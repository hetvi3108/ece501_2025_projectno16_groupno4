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embeddedFontLst>
    <p:embeddedFont>
      <p:font typeface="Helvetica Neue"/>
      <p:regular r:id="rId17"/>
      <p:bold r:id="rId18"/>
      <p:italic r:id="rId19"/>
      <p:boldItalic r:id="rId20"/>
    </p:embeddedFont>
    <p:embeddedFont>
      <p:font typeface="Helvetica Neue Light"/>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j0dGygx2gLQk2CN6uAcCwe7UndV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DB98F3C-823B-45B1-A6D0-5C2066051649}">
  <a:tblStyle styleId="{3DB98F3C-823B-45B1-A6D0-5C206605164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HelveticaNeue-boldItalic.fntdata"/><Relationship Id="rId22" Type="http://schemas.openxmlformats.org/officeDocument/2006/relationships/font" Target="fonts/HelveticaNeueLight-bold.fntdata"/><Relationship Id="rId21" Type="http://schemas.openxmlformats.org/officeDocument/2006/relationships/font" Target="fonts/HelveticaNeueLight-regular.fntdata"/><Relationship Id="rId24" Type="http://schemas.openxmlformats.org/officeDocument/2006/relationships/font" Target="fonts/HelveticaNeueLight-boldItalic.fntdata"/><Relationship Id="rId23" Type="http://schemas.openxmlformats.org/officeDocument/2006/relationships/font" Target="fonts/HelveticaNeueLight-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HelveticaNeue-regular.fntdata"/><Relationship Id="rId16" Type="http://schemas.openxmlformats.org/officeDocument/2006/relationships/slide" Target="slides/slide11.xml"/><Relationship Id="rId19" Type="http://schemas.openxmlformats.org/officeDocument/2006/relationships/font" Target="fonts/HelveticaNeue-italic.fntdata"/><Relationship Id="rId18" Type="http://schemas.openxmlformats.org/officeDocument/2006/relationships/font" Target="fonts/HelveticaNeue-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8bce4e0e8b_3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g38bce4e0e8b_3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8bce4e0e8b_3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g38bce4e0e8b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8bce4e0e8b_3_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g38bce4e0e8b_3_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8bce4e0e8b_3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 name="Google Shape;123;g38bce4e0e8b_3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8bce4e0e8b_3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g38bce4e0e8b_3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8bce4e0e8b_3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 name="Google Shape;139;g38bce4e0e8b_3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8bce4e0e8b_3_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g38bce4e0e8b_3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8bce4e0e8b_3_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5" name="Google Shape;155;g38bce4e0e8b_3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8bce4e0e8b_3_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3" name="Google Shape;163;g38bce4e0e8b_3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rgbClr val="801B19"/>
        </a:solidFill>
      </p:bgPr>
    </p:bg>
    <p:spTree>
      <p:nvGrpSpPr>
        <p:cNvPr id="18" name="Shape 18"/>
        <p:cNvGrpSpPr/>
        <p:nvPr/>
      </p:nvGrpSpPr>
      <p:grpSpPr>
        <a:xfrm>
          <a:off x="0" y="0"/>
          <a:ext cx="0" cy="0"/>
          <a:chOff x="0" y="0"/>
          <a:chExt cx="0" cy="0"/>
        </a:xfrm>
      </p:grpSpPr>
      <p:sp>
        <p:nvSpPr>
          <p:cNvPr id="19" name="Google Shape;19;p5"/>
          <p:cNvSpPr txBox="1"/>
          <p:nvPr>
            <p:ph type="title"/>
          </p:nvPr>
        </p:nvSpPr>
        <p:spPr>
          <a:xfrm>
            <a:off x="844150" y="3874808"/>
            <a:ext cx="10515600" cy="835416"/>
          </a:xfrm>
          <a:prstGeom prst="rect">
            <a:avLst/>
          </a:prstGeom>
          <a:noFill/>
          <a:ln>
            <a:noFill/>
          </a:ln>
        </p:spPr>
        <p:txBody>
          <a:bodyPr anchorCtr="1" anchor="t" bIns="45700" lIns="91425" spcFirstLastPara="1" rIns="91425" wrap="square" tIns="45700">
            <a:noAutofit/>
          </a:bodyPr>
          <a:lstStyle>
            <a:lvl1pPr lvl="0" algn="l">
              <a:lnSpc>
                <a:spcPct val="90000"/>
              </a:lnSpc>
              <a:spcBef>
                <a:spcPts val="0"/>
              </a:spcBef>
              <a:spcAft>
                <a:spcPts val="0"/>
              </a:spcAft>
              <a:buClr>
                <a:schemeClr val="lt1"/>
              </a:buClr>
              <a:buSzPts val="3400"/>
              <a:buFont typeface="Helvetica Neue"/>
              <a:buNone/>
              <a:defRPr sz="3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0" name="Google Shape;20;p5"/>
          <p:cNvPicPr preferRelativeResize="0"/>
          <p:nvPr/>
        </p:nvPicPr>
        <p:blipFill rotWithShape="1">
          <a:blip r:embed="rId2">
            <a:alphaModFix/>
          </a:blip>
          <a:srcRect b="0" l="0" r="0" t="0"/>
          <a:stretch/>
        </p:blipFill>
        <p:spPr>
          <a:xfrm>
            <a:off x="4042932" y="1479396"/>
            <a:ext cx="4106136" cy="134772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5400"/>
              <a:buFont typeface="Helvetica Neue"/>
              <a:buNone/>
              <a:defRPr sz="54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000"/>
              <a:buFont typeface="Helvetica Neue Light"/>
              <a:buNone/>
              <a:defRPr b="0" i="0" sz="2000">
                <a:solidFill>
                  <a:srgbClr val="888888"/>
                </a:solidFill>
                <a:latin typeface="Helvetica Neue Light"/>
                <a:ea typeface="Helvetica Neue Light"/>
                <a:cs typeface="Helvetica Neue Light"/>
                <a:sym typeface="Helvetica Neue Light"/>
              </a:defRPr>
            </a:lvl1pPr>
            <a:lvl2pPr indent="-228600" lvl="1" marL="914400" algn="l">
              <a:lnSpc>
                <a:spcPct val="90000"/>
              </a:lnSpc>
              <a:spcBef>
                <a:spcPts val="500"/>
              </a:spcBef>
              <a:spcAft>
                <a:spcPts val="0"/>
              </a:spcAft>
              <a:buClr>
                <a:srgbClr val="888888"/>
              </a:buClr>
              <a:buSzPts val="2000"/>
              <a:buFont typeface="Helvetica Neue Light"/>
              <a:buNone/>
              <a:defRPr sz="2000">
                <a:solidFill>
                  <a:srgbClr val="888888"/>
                </a:solidFill>
              </a:defRPr>
            </a:lvl2pPr>
            <a:lvl3pPr indent="-228600" lvl="2" marL="1371600" algn="l">
              <a:lnSpc>
                <a:spcPct val="90000"/>
              </a:lnSpc>
              <a:spcBef>
                <a:spcPts val="500"/>
              </a:spcBef>
              <a:spcAft>
                <a:spcPts val="0"/>
              </a:spcAft>
              <a:buClr>
                <a:srgbClr val="888888"/>
              </a:buClr>
              <a:buSzPts val="1800"/>
              <a:buFont typeface="Helvetica Neue Light"/>
              <a:buNone/>
              <a:defRPr sz="1800">
                <a:solidFill>
                  <a:srgbClr val="888888"/>
                </a:solidFill>
              </a:defRPr>
            </a:lvl3pPr>
            <a:lvl4pPr indent="-228600" lvl="3" marL="1828800" algn="l">
              <a:lnSpc>
                <a:spcPct val="90000"/>
              </a:lnSpc>
              <a:spcBef>
                <a:spcPts val="500"/>
              </a:spcBef>
              <a:spcAft>
                <a:spcPts val="0"/>
              </a:spcAft>
              <a:buClr>
                <a:srgbClr val="888888"/>
              </a:buClr>
              <a:buSzPts val="1600"/>
              <a:buFont typeface="Helvetica Neue Light"/>
              <a:buNone/>
              <a:defRPr sz="1600">
                <a:solidFill>
                  <a:srgbClr val="888888"/>
                </a:solidFill>
              </a:defRPr>
            </a:lvl4pPr>
            <a:lvl5pPr indent="-228600" lvl="4" marL="2286000" algn="l">
              <a:lnSpc>
                <a:spcPct val="90000"/>
              </a:lnSpc>
              <a:spcBef>
                <a:spcPts val="500"/>
              </a:spcBef>
              <a:spcAft>
                <a:spcPts val="0"/>
              </a:spcAft>
              <a:buClr>
                <a:srgbClr val="888888"/>
              </a:buClr>
              <a:buSzPts val="1600"/>
              <a:buFont typeface="Helvetica Neue Light"/>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4" name="Google Shape;24;p6"/>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25" name="Google Shape;25;p6"/>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6" name="Google Shape;26;p6"/>
          <p:cNvPicPr preferRelativeResize="0"/>
          <p:nvPr/>
        </p:nvPicPr>
        <p:blipFill rotWithShape="1">
          <a:blip r:embed="rId2">
            <a:alphaModFix/>
          </a:blip>
          <a:srcRect b="38397" l="29654" r="29479" t="38312"/>
          <a:stretch/>
        </p:blipFill>
        <p:spPr>
          <a:xfrm>
            <a:off x="358814" y="6038948"/>
            <a:ext cx="1365812" cy="59899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7"/>
          <p:cNvSpPr txBox="1"/>
          <p:nvPr>
            <p:ph type="title"/>
          </p:nvPr>
        </p:nvSpPr>
        <p:spPr>
          <a:xfrm>
            <a:off x="594303" y="266700"/>
            <a:ext cx="1051560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Helvetica Neue"/>
              <a:buNone/>
              <a:defRPr sz="40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7"/>
          <p:cNvSpPr txBox="1"/>
          <p:nvPr>
            <p:ph idx="1" type="body"/>
          </p:nvPr>
        </p:nvSpPr>
        <p:spPr>
          <a:xfrm>
            <a:off x="582427" y="1768950"/>
            <a:ext cx="10515600" cy="4351338"/>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Font typeface="Helvetica Neue Light"/>
              <a:buChar char="•"/>
              <a:defRPr sz="2400"/>
            </a:lvl1pPr>
            <a:lvl2pPr indent="-355600" lvl="1" marL="914400" algn="l">
              <a:lnSpc>
                <a:spcPct val="90000"/>
              </a:lnSpc>
              <a:spcBef>
                <a:spcPts val="500"/>
              </a:spcBef>
              <a:spcAft>
                <a:spcPts val="0"/>
              </a:spcAft>
              <a:buClr>
                <a:schemeClr val="dk1"/>
              </a:buClr>
              <a:buSzPts val="2000"/>
              <a:buFont typeface="Helvetica Neue Light"/>
              <a:buChar char="•"/>
              <a:defRPr sz="2000"/>
            </a:lvl2pPr>
            <a:lvl3pPr indent="-342900" lvl="2" marL="1371600" algn="l">
              <a:lnSpc>
                <a:spcPct val="90000"/>
              </a:lnSpc>
              <a:spcBef>
                <a:spcPts val="500"/>
              </a:spcBef>
              <a:spcAft>
                <a:spcPts val="0"/>
              </a:spcAft>
              <a:buClr>
                <a:schemeClr val="dk1"/>
              </a:buClr>
              <a:buSzPts val="1800"/>
              <a:buFont typeface="Helvetica Neue Light"/>
              <a:buChar char="•"/>
              <a:defRPr sz="1800"/>
            </a:lvl3pPr>
            <a:lvl4pPr indent="-330200" lvl="3" marL="1828800" algn="l">
              <a:lnSpc>
                <a:spcPct val="90000"/>
              </a:lnSpc>
              <a:spcBef>
                <a:spcPts val="500"/>
              </a:spcBef>
              <a:spcAft>
                <a:spcPts val="0"/>
              </a:spcAft>
              <a:buClr>
                <a:schemeClr val="dk1"/>
              </a:buClr>
              <a:buSzPts val="1600"/>
              <a:buFont typeface="Helvetica Neue Light"/>
              <a:buChar char="•"/>
              <a:defRPr sz="1600"/>
            </a:lvl4pPr>
            <a:lvl5pPr indent="-330200" lvl="4" marL="2286000" algn="l">
              <a:lnSpc>
                <a:spcPct val="90000"/>
              </a:lnSpc>
              <a:spcBef>
                <a:spcPts val="500"/>
              </a:spcBef>
              <a:spcAft>
                <a:spcPts val="0"/>
              </a:spcAft>
              <a:buClr>
                <a:schemeClr val="dk1"/>
              </a:buClr>
              <a:buSzPts val="1600"/>
              <a:buFont typeface="Helvetica Neue Light"/>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7"/>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31" name="Google Shape;31;p7"/>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32" name="Google Shape;32;p7"/>
          <p:cNvPicPr preferRelativeResize="0"/>
          <p:nvPr/>
        </p:nvPicPr>
        <p:blipFill rotWithShape="1">
          <a:blip r:embed="rId2">
            <a:alphaModFix/>
          </a:blip>
          <a:srcRect b="38397" l="29654" r="29479" t="38312"/>
          <a:stretch/>
        </p:blipFill>
        <p:spPr>
          <a:xfrm>
            <a:off x="358814" y="6038948"/>
            <a:ext cx="1365812" cy="598990"/>
          </a:xfrm>
          <a:prstGeom prst="rect">
            <a:avLst/>
          </a:prstGeom>
          <a:noFill/>
          <a:ln>
            <a:noFill/>
          </a:ln>
        </p:spPr>
      </p:pic>
    </p:spTree>
  </p:cSld>
  <p:clrMapOvr>
    <a:masterClrMapping/>
  </p:clrMapOvr>
  <p:extLst>
    <p:ext uri="{DCECCB84-F9BA-43D5-87BE-67443E8EF086}">
      <p15:sldGuideLst>
        <p15:guide id="1" orient="horz" pos="73">
          <p15:clr>
            <a:srgbClr val="FBAE40"/>
          </p15:clr>
        </p15:guide>
        <p15:guide id="2" pos="3840">
          <p15:clr>
            <a:srgbClr val="FBAE40"/>
          </p15:clr>
        </p15:guide>
        <p15:guide id="3" orient="horz" pos="4247">
          <p15:clr>
            <a:srgbClr val="FBAE40"/>
          </p15:clr>
        </p15:guide>
        <p15:guide id="4" orient="horz" pos="164">
          <p15:clr>
            <a:srgbClr val="FBAE40"/>
          </p15:clr>
        </p15:guide>
        <p15:guide id="5" orient="horz" pos="1003">
          <p15:clr>
            <a:srgbClr val="FBAE40"/>
          </p15:clr>
        </p15:guide>
        <p15:guide id="6" pos="121">
          <p15:clr>
            <a:srgbClr val="FBAE40"/>
          </p15:clr>
        </p15:guide>
        <p15:guide id="7" pos="370">
          <p15:clr>
            <a:srgbClr val="FBAE40"/>
          </p15:clr>
        </p15:guide>
        <p15:guide id="8" orient="horz" pos="1117">
          <p15:clr>
            <a:srgbClr val="FBAE40"/>
          </p15:clr>
        </p15:guide>
        <p15:guide id="9" pos="6992">
          <p15:clr>
            <a:srgbClr val="FBAE40"/>
          </p15:clr>
        </p15:guide>
        <p15:guide id="10" orient="horz" pos="3861">
          <p15:clr>
            <a:srgbClr val="FBAE40"/>
          </p15:clr>
        </p15:guide>
        <p15:guide id="11" pos="7559">
          <p15:clr>
            <a:srgbClr val="FBAE40"/>
          </p15:clr>
        </p15:guide>
        <p15:guide id="12" orient="horz" pos="3952">
          <p15:clr>
            <a:srgbClr val="FBAE40"/>
          </p15:clr>
        </p15:guide>
        <p15:guide id="13" orient="horz" pos="4201">
          <p15:clr>
            <a:srgbClr val="FBAE40"/>
          </p15:clr>
        </p15:guide>
        <p15:guide id="14" orient="horz" pos="411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8"/>
          <p:cNvSpPr txBox="1"/>
          <p:nvPr>
            <p:ph type="title"/>
          </p:nvPr>
        </p:nvSpPr>
        <p:spPr>
          <a:xfrm>
            <a:off x="838200" y="365125"/>
            <a:ext cx="1051560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8"/>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38" name="Google Shape;38;p8"/>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39" name="Google Shape;39;p8"/>
          <p:cNvPicPr preferRelativeResize="0"/>
          <p:nvPr/>
        </p:nvPicPr>
        <p:blipFill rotWithShape="1">
          <a:blip r:embed="rId2">
            <a:alphaModFix/>
          </a:blip>
          <a:srcRect b="38397" l="29654" r="29479" t="38312"/>
          <a:stretch/>
        </p:blipFill>
        <p:spPr>
          <a:xfrm>
            <a:off x="358814" y="6038948"/>
            <a:ext cx="1365812" cy="59899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9"/>
          <p:cNvSpPr txBox="1"/>
          <p:nvPr>
            <p:ph type="title"/>
          </p:nvPr>
        </p:nvSpPr>
        <p:spPr>
          <a:xfrm>
            <a:off x="839788" y="365125"/>
            <a:ext cx="1051560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Font typeface="Helvetica Neue Light"/>
              <a:buNone/>
              <a:defRPr b="1" sz="2400"/>
            </a:lvl1pPr>
            <a:lvl2pPr indent="-228600" lvl="1" marL="914400" algn="l">
              <a:lnSpc>
                <a:spcPct val="90000"/>
              </a:lnSpc>
              <a:spcBef>
                <a:spcPts val="500"/>
              </a:spcBef>
              <a:spcAft>
                <a:spcPts val="0"/>
              </a:spcAft>
              <a:buClr>
                <a:schemeClr val="dk1"/>
              </a:buClr>
              <a:buSzPts val="2000"/>
              <a:buFont typeface="Helvetica Neue Light"/>
              <a:buNone/>
              <a:defRPr b="1" sz="2000"/>
            </a:lvl2pPr>
            <a:lvl3pPr indent="-228600" lvl="2" marL="1371600" algn="l">
              <a:lnSpc>
                <a:spcPct val="90000"/>
              </a:lnSpc>
              <a:spcBef>
                <a:spcPts val="500"/>
              </a:spcBef>
              <a:spcAft>
                <a:spcPts val="0"/>
              </a:spcAft>
              <a:buClr>
                <a:schemeClr val="dk1"/>
              </a:buClr>
              <a:buSzPts val="1800"/>
              <a:buFont typeface="Helvetica Neue Light"/>
              <a:buNone/>
              <a:defRPr b="1" sz="1800"/>
            </a:lvl3pPr>
            <a:lvl4pPr indent="-228600" lvl="3" marL="1828800" algn="l">
              <a:lnSpc>
                <a:spcPct val="90000"/>
              </a:lnSpc>
              <a:spcBef>
                <a:spcPts val="500"/>
              </a:spcBef>
              <a:spcAft>
                <a:spcPts val="0"/>
              </a:spcAft>
              <a:buClr>
                <a:schemeClr val="dk1"/>
              </a:buClr>
              <a:buSzPts val="1600"/>
              <a:buFont typeface="Helvetica Neue Light"/>
              <a:buNone/>
              <a:defRPr b="1" sz="1600"/>
            </a:lvl4pPr>
            <a:lvl5pPr indent="-228600" lvl="4" marL="2286000" algn="l">
              <a:lnSpc>
                <a:spcPct val="90000"/>
              </a:lnSpc>
              <a:spcBef>
                <a:spcPts val="500"/>
              </a:spcBef>
              <a:spcAft>
                <a:spcPts val="0"/>
              </a:spcAft>
              <a:buClr>
                <a:schemeClr val="dk1"/>
              </a:buClr>
              <a:buSzPts val="1600"/>
              <a:buFont typeface="Helvetica Neue Light"/>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Font typeface="Helvetica Neue Light"/>
              <a:buNone/>
              <a:defRPr b="1" sz="2400"/>
            </a:lvl1pPr>
            <a:lvl2pPr indent="-228600" lvl="1" marL="914400" algn="l">
              <a:lnSpc>
                <a:spcPct val="90000"/>
              </a:lnSpc>
              <a:spcBef>
                <a:spcPts val="500"/>
              </a:spcBef>
              <a:spcAft>
                <a:spcPts val="0"/>
              </a:spcAft>
              <a:buClr>
                <a:schemeClr val="dk1"/>
              </a:buClr>
              <a:buSzPts val="2000"/>
              <a:buFont typeface="Helvetica Neue Light"/>
              <a:buNone/>
              <a:defRPr b="1" sz="2000"/>
            </a:lvl2pPr>
            <a:lvl3pPr indent="-228600" lvl="2" marL="1371600" algn="l">
              <a:lnSpc>
                <a:spcPct val="90000"/>
              </a:lnSpc>
              <a:spcBef>
                <a:spcPts val="500"/>
              </a:spcBef>
              <a:spcAft>
                <a:spcPts val="0"/>
              </a:spcAft>
              <a:buClr>
                <a:schemeClr val="dk1"/>
              </a:buClr>
              <a:buSzPts val="1800"/>
              <a:buFont typeface="Helvetica Neue Light"/>
              <a:buNone/>
              <a:defRPr b="1" sz="1800"/>
            </a:lvl3pPr>
            <a:lvl4pPr indent="-228600" lvl="3" marL="1828800" algn="l">
              <a:lnSpc>
                <a:spcPct val="90000"/>
              </a:lnSpc>
              <a:spcBef>
                <a:spcPts val="500"/>
              </a:spcBef>
              <a:spcAft>
                <a:spcPts val="0"/>
              </a:spcAft>
              <a:buClr>
                <a:schemeClr val="dk1"/>
              </a:buClr>
              <a:buSzPts val="1600"/>
              <a:buFont typeface="Helvetica Neue Light"/>
              <a:buNone/>
              <a:defRPr b="1" sz="1600"/>
            </a:lvl4pPr>
            <a:lvl5pPr indent="-228600" lvl="4" marL="2286000" algn="l">
              <a:lnSpc>
                <a:spcPct val="90000"/>
              </a:lnSpc>
              <a:spcBef>
                <a:spcPts val="500"/>
              </a:spcBef>
              <a:spcAft>
                <a:spcPts val="0"/>
              </a:spcAft>
              <a:buClr>
                <a:schemeClr val="dk1"/>
              </a:buClr>
              <a:buSzPts val="1600"/>
              <a:buFont typeface="Helvetica Neue Light"/>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9"/>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47" name="Google Shape;47;p9"/>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48" name="Google Shape;48;p9"/>
          <p:cNvPicPr preferRelativeResize="0"/>
          <p:nvPr/>
        </p:nvPicPr>
        <p:blipFill rotWithShape="1">
          <a:blip r:embed="rId2">
            <a:alphaModFix/>
          </a:blip>
          <a:srcRect b="38397" l="29654" r="29479" t="38312"/>
          <a:stretch/>
        </p:blipFill>
        <p:spPr>
          <a:xfrm>
            <a:off x="358814" y="6038948"/>
            <a:ext cx="1365812" cy="59899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0"/>
          <p:cNvSpPr txBox="1"/>
          <p:nvPr>
            <p:ph type="title"/>
          </p:nvPr>
        </p:nvSpPr>
        <p:spPr>
          <a:xfrm>
            <a:off x="838200" y="365125"/>
            <a:ext cx="1051560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Helvetica Neue"/>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0"/>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52" name="Google Shape;52;p10"/>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53" name="Google Shape;53;p10"/>
          <p:cNvPicPr preferRelativeResize="0"/>
          <p:nvPr/>
        </p:nvPicPr>
        <p:blipFill rotWithShape="1">
          <a:blip r:embed="rId2">
            <a:alphaModFix/>
          </a:blip>
          <a:srcRect b="38397" l="29654" r="29479" t="38312"/>
          <a:stretch/>
        </p:blipFill>
        <p:spPr>
          <a:xfrm>
            <a:off x="358814" y="6038948"/>
            <a:ext cx="1365812" cy="59899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1"/>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56" name="Google Shape;56;p11"/>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57" name="Google Shape;57;p11"/>
          <p:cNvPicPr preferRelativeResize="0"/>
          <p:nvPr/>
        </p:nvPicPr>
        <p:blipFill rotWithShape="1">
          <a:blip r:embed="rId2">
            <a:alphaModFix/>
          </a:blip>
          <a:srcRect b="38397" l="29654" r="29479" t="38312"/>
          <a:stretch/>
        </p:blipFill>
        <p:spPr>
          <a:xfrm>
            <a:off x="358814" y="6038948"/>
            <a:ext cx="1365812" cy="59899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Helvetica Neue"/>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Font typeface="Helvetica Neue Light"/>
              <a:buChar char="•"/>
              <a:defRPr sz="3200"/>
            </a:lvl1pPr>
            <a:lvl2pPr indent="-406400" lvl="1" marL="914400" algn="l">
              <a:lnSpc>
                <a:spcPct val="90000"/>
              </a:lnSpc>
              <a:spcBef>
                <a:spcPts val="500"/>
              </a:spcBef>
              <a:spcAft>
                <a:spcPts val="0"/>
              </a:spcAft>
              <a:buClr>
                <a:schemeClr val="dk1"/>
              </a:buClr>
              <a:buSzPts val="2800"/>
              <a:buFont typeface="Helvetica Neue Light"/>
              <a:buChar char="•"/>
              <a:defRPr sz="2800"/>
            </a:lvl2pPr>
            <a:lvl3pPr indent="-381000" lvl="2" marL="1371600" algn="l">
              <a:lnSpc>
                <a:spcPct val="90000"/>
              </a:lnSpc>
              <a:spcBef>
                <a:spcPts val="500"/>
              </a:spcBef>
              <a:spcAft>
                <a:spcPts val="0"/>
              </a:spcAft>
              <a:buClr>
                <a:schemeClr val="dk1"/>
              </a:buClr>
              <a:buSzPts val="2400"/>
              <a:buFont typeface="Helvetica Neue Light"/>
              <a:buChar char="•"/>
              <a:defRPr sz="2400"/>
            </a:lvl3pPr>
            <a:lvl4pPr indent="-355600" lvl="3" marL="1828800" algn="l">
              <a:lnSpc>
                <a:spcPct val="90000"/>
              </a:lnSpc>
              <a:spcBef>
                <a:spcPts val="500"/>
              </a:spcBef>
              <a:spcAft>
                <a:spcPts val="0"/>
              </a:spcAft>
              <a:buClr>
                <a:schemeClr val="dk1"/>
              </a:buClr>
              <a:buSzPts val="2000"/>
              <a:buFont typeface="Helvetica Neue Light"/>
              <a:buChar char="•"/>
              <a:defRPr sz="2000"/>
            </a:lvl4pPr>
            <a:lvl5pPr indent="-355600" lvl="4" marL="2286000" algn="l">
              <a:lnSpc>
                <a:spcPct val="90000"/>
              </a:lnSpc>
              <a:spcBef>
                <a:spcPts val="500"/>
              </a:spcBef>
              <a:spcAft>
                <a:spcPts val="0"/>
              </a:spcAft>
              <a:buClr>
                <a:schemeClr val="dk1"/>
              </a:buClr>
              <a:buSzPts val="2000"/>
              <a:buFont typeface="Helvetica Neue Light"/>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Font typeface="Helvetica Neue Light"/>
              <a:buNone/>
              <a:defRPr sz="1600"/>
            </a:lvl1pPr>
            <a:lvl2pPr indent="-228600" lvl="1" marL="914400" algn="l">
              <a:lnSpc>
                <a:spcPct val="90000"/>
              </a:lnSpc>
              <a:spcBef>
                <a:spcPts val="500"/>
              </a:spcBef>
              <a:spcAft>
                <a:spcPts val="0"/>
              </a:spcAft>
              <a:buClr>
                <a:schemeClr val="dk1"/>
              </a:buClr>
              <a:buSzPts val="1400"/>
              <a:buFont typeface="Helvetica Neue Light"/>
              <a:buNone/>
              <a:defRPr sz="1400"/>
            </a:lvl2pPr>
            <a:lvl3pPr indent="-228600" lvl="2" marL="1371600" algn="l">
              <a:lnSpc>
                <a:spcPct val="90000"/>
              </a:lnSpc>
              <a:spcBef>
                <a:spcPts val="500"/>
              </a:spcBef>
              <a:spcAft>
                <a:spcPts val="0"/>
              </a:spcAft>
              <a:buClr>
                <a:schemeClr val="dk1"/>
              </a:buClr>
              <a:buSzPts val="1200"/>
              <a:buFont typeface="Helvetica Neue Light"/>
              <a:buNone/>
              <a:defRPr sz="1200"/>
            </a:lvl3pPr>
            <a:lvl4pPr indent="-228600" lvl="3" marL="1828800" algn="l">
              <a:lnSpc>
                <a:spcPct val="90000"/>
              </a:lnSpc>
              <a:spcBef>
                <a:spcPts val="500"/>
              </a:spcBef>
              <a:spcAft>
                <a:spcPts val="0"/>
              </a:spcAft>
              <a:buClr>
                <a:schemeClr val="dk1"/>
              </a:buClr>
              <a:buSzPts val="1000"/>
              <a:buFont typeface="Helvetica Neue Light"/>
              <a:buNone/>
              <a:defRPr sz="1000"/>
            </a:lvl4pPr>
            <a:lvl5pPr indent="-228600" lvl="4" marL="2286000" algn="l">
              <a:lnSpc>
                <a:spcPct val="90000"/>
              </a:lnSpc>
              <a:spcBef>
                <a:spcPts val="500"/>
              </a:spcBef>
              <a:spcAft>
                <a:spcPts val="0"/>
              </a:spcAft>
              <a:buClr>
                <a:schemeClr val="dk1"/>
              </a:buClr>
              <a:buSzPts val="1000"/>
              <a:buFont typeface="Helvetica Neue Light"/>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12"/>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63" name="Google Shape;63;p12"/>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64" name="Google Shape;64;p12"/>
          <p:cNvPicPr preferRelativeResize="0"/>
          <p:nvPr/>
        </p:nvPicPr>
        <p:blipFill rotWithShape="1">
          <a:blip r:embed="rId2">
            <a:alphaModFix/>
          </a:blip>
          <a:srcRect b="38397" l="29654" r="29479" t="38312"/>
          <a:stretch/>
        </p:blipFill>
        <p:spPr>
          <a:xfrm>
            <a:off x="358814" y="6038948"/>
            <a:ext cx="1365812" cy="59899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Helvetica Neue"/>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3"/>
          <p:cNvSpPr/>
          <p:nvPr>
            <p:ph idx="2" type="pic"/>
          </p:nvPr>
        </p:nvSpPr>
        <p:spPr>
          <a:xfrm>
            <a:off x="5183188" y="987425"/>
            <a:ext cx="6172200" cy="4873625"/>
          </a:xfrm>
          <a:prstGeom prst="rect">
            <a:avLst/>
          </a:prstGeom>
          <a:noFill/>
          <a:ln>
            <a:noFill/>
          </a:ln>
        </p:spPr>
      </p:sp>
      <p:sp>
        <p:nvSpPr>
          <p:cNvPr id="68" name="Google Shape;68;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Font typeface="Helvetica Neue Light"/>
              <a:buNone/>
              <a:defRPr sz="1600"/>
            </a:lvl1pPr>
            <a:lvl2pPr indent="-228600" lvl="1" marL="914400" algn="l">
              <a:lnSpc>
                <a:spcPct val="90000"/>
              </a:lnSpc>
              <a:spcBef>
                <a:spcPts val="500"/>
              </a:spcBef>
              <a:spcAft>
                <a:spcPts val="0"/>
              </a:spcAft>
              <a:buClr>
                <a:schemeClr val="dk1"/>
              </a:buClr>
              <a:buSzPts val="1400"/>
              <a:buFont typeface="Helvetica Neue Light"/>
              <a:buNone/>
              <a:defRPr sz="1400"/>
            </a:lvl2pPr>
            <a:lvl3pPr indent="-228600" lvl="2" marL="1371600" algn="l">
              <a:lnSpc>
                <a:spcPct val="90000"/>
              </a:lnSpc>
              <a:spcBef>
                <a:spcPts val="500"/>
              </a:spcBef>
              <a:spcAft>
                <a:spcPts val="0"/>
              </a:spcAft>
              <a:buClr>
                <a:schemeClr val="dk1"/>
              </a:buClr>
              <a:buSzPts val="1200"/>
              <a:buFont typeface="Helvetica Neue Light"/>
              <a:buNone/>
              <a:defRPr sz="1200"/>
            </a:lvl3pPr>
            <a:lvl4pPr indent="-228600" lvl="3" marL="1828800" algn="l">
              <a:lnSpc>
                <a:spcPct val="90000"/>
              </a:lnSpc>
              <a:spcBef>
                <a:spcPts val="500"/>
              </a:spcBef>
              <a:spcAft>
                <a:spcPts val="0"/>
              </a:spcAft>
              <a:buClr>
                <a:schemeClr val="dk1"/>
              </a:buClr>
              <a:buSzPts val="1000"/>
              <a:buFont typeface="Helvetica Neue Light"/>
              <a:buNone/>
              <a:defRPr sz="1000"/>
            </a:lvl4pPr>
            <a:lvl5pPr indent="-228600" lvl="4" marL="2286000" algn="l">
              <a:lnSpc>
                <a:spcPct val="90000"/>
              </a:lnSpc>
              <a:spcBef>
                <a:spcPts val="500"/>
              </a:spcBef>
              <a:spcAft>
                <a:spcPts val="0"/>
              </a:spcAft>
              <a:buClr>
                <a:schemeClr val="dk1"/>
              </a:buClr>
              <a:buSzPts val="1000"/>
              <a:buFont typeface="Helvetica Neue Light"/>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3"/>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70" name="Google Shape;70;p13"/>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71" name="Google Shape;71;p13"/>
          <p:cNvPicPr preferRelativeResize="0"/>
          <p:nvPr/>
        </p:nvPicPr>
        <p:blipFill rotWithShape="1">
          <a:blip r:embed="rId2">
            <a:alphaModFix/>
          </a:blip>
          <a:srcRect b="38397" l="29654" r="29479" t="38312"/>
          <a:stretch/>
        </p:blipFill>
        <p:spPr>
          <a:xfrm>
            <a:off x="358814" y="6038948"/>
            <a:ext cx="1365812" cy="59899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4"/>
          <p:cNvSpPr txBox="1"/>
          <p:nvPr>
            <p:ph type="title"/>
          </p:nvPr>
        </p:nvSpPr>
        <p:spPr>
          <a:xfrm>
            <a:off x="838200" y="365125"/>
            <a:ext cx="1051560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Helvetica Neue"/>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4"/>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76" name="Google Shape;76;p14"/>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77" name="Google Shape;77;p14"/>
          <p:cNvPicPr preferRelativeResize="0"/>
          <p:nvPr/>
        </p:nvPicPr>
        <p:blipFill rotWithShape="1">
          <a:blip r:embed="rId2">
            <a:alphaModFix/>
          </a:blip>
          <a:srcRect b="38397" l="29654" r="29479" t="38312"/>
          <a:stretch/>
        </p:blipFill>
        <p:spPr>
          <a:xfrm>
            <a:off x="358814" y="6038948"/>
            <a:ext cx="1365812" cy="59899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5"/>
          <p:cNvSpPr txBox="1"/>
          <p:nvPr>
            <p:ph type="title"/>
          </p:nvPr>
        </p:nvSpPr>
        <p:spPr>
          <a:xfrm rot="5400000">
            <a:off x="7133431" y="1956594"/>
            <a:ext cx="5811838" cy="26289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Helvetica Neue"/>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5"/>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82" name="Google Shape;82;p15"/>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83" name="Google Shape;83;p15"/>
          <p:cNvPicPr preferRelativeResize="0"/>
          <p:nvPr/>
        </p:nvPicPr>
        <p:blipFill rotWithShape="1">
          <a:blip r:embed="rId2">
            <a:alphaModFix/>
          </a:blip>
          <a:srcRect b="38397" l="29654" r="29479" t="38312"/>
          <a:stretch/>
        </p:blipFill>
        <p:spPr>
          <a:xfrm>
            <a:off x="358814" y="6038948"/>
            <a:ext cx="1365812" cy="59899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4"/>
          <p:cNvSpPr txBox="1"/>
          <p:nvPr>
            <p:ph type="title"/>
          </p:nvPr>
        </p:nvSpPr>
        <p:spPr>
          <a:xfrm>
            <a:off x="838200" y="365125"/>
            <a:ext cx="10515600" cy="1325563"/>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dk1"/>
              </a:buClr>
              <a:buSzPts val="4000"/>
              <a:buFont typeface="Helvetica Neue"/>
              <a:buNone/>
              <a:defRPr b="1" i="0" sz="4000" u="none" cap="none" strike="noStrike">
                <a:solidFill>
                  <a:schemeClr val="dk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Helvetica Neue Light"/>
              <a:buChar char="•"/>
              <a:defRPr b="0" i="0" sz="2800" u="none" cap="none" strike="noStrike">
                <a:solidFill>
                  <a:schemeClr val="dk1"/>
                </a:solidFill>
                <a:latin typeface="Helvetica Neue Light"/>
                <a:ea typeface="Helvetica Neue Light"/>
                <a:cs typeface="Helvetica Neue Light"/>
                <a:sym typeface="Helvetica Neue Light"/>
              </a:defRPr>
            </a:lvl1pPr>
            <a:lvl2pPr indent="-381000" lvl="1" marL="914400" marR="0" rtl="0" algn="l">
              <a:lnSpc>
                <a:spcPct val="90000"/>
              </a:lnSpc>
              <a:spcBef>
                <a:spcPts val="500"/>
              </a:spcBef>
              <a:spcAft>
                <a:spcPts val="0"/>
              </a:spcAft>
              <a:buClr>
                <a:schemeClr val="dk1"/>
              </a:buClr>
              <a:buSzPts val="2400"/>
              <a:buFont typeface="Helvetica Neue Light"/>
              <a:buChar char="•"/>
              <a:defRPr b="0" i="0" sz="2400" u="none" cap="none" strike="noStrike">
                <a:solidFill>
                  <a:schemeClr val="dk1"/>
                </a:solidFill>
                <a:latin typeface="Helvetica Neue Light"/>
                <a:ea typeface="Helvetica Neue Light"/>
                <a:cs typeface="Helvetica Neue Light"/>
                <a:sym typeface="Helvetica Neue Light"/>
              </a:defRPr>
            </a:lvl2pPr>
            <a:lvl3pPr indent="-355600" lvl="2" marL="1371600" marR="0" rtl="0" algn="l">
              <a:lnSpc>
                <a:spcPct val="90000"/>
              </a:lnSpc>
              <a:spcBef>
                <a:spcPts val="500"/>
              </a:spcBef>
              <a:spcAft>
                <a:spcPts val="0"/>
              </a:spcAft>
              <a:buClr>
                <a:schemeClr val="dk1"/>
              </a:buClr>
              <a:buSzPts val="2000"/>
              <a:buFont typeface="Helvetica Neue Light"/>
              <a:buChar char="•"/>
              <a:defRPr b="0" i="0" sz="2000" u="none" cap="none" strike="noStrike">
                <a:solidFill>
                  <a:schemeClr val="dk1"/>
                </a:solidFill>
                <a:latin typeface="Helvetica Neue Light"/>
                <a:ea typeface="Helvetica Neue Light"/>
                <a:cs typeface="Helvetica Neue Light"/>
                <a:sym typeface="Helvetica Neue Light"/>
              </a:defRPr>
            </a:lvl3pPr>
            <a:lvl4pPr indent="-342900" lvl="3" marL="1828800" marR="0" rtl="0" algn="l">
              <a:lnSpc>
                <a:spcPct val="90000"/>
              </a:lnSpc>
              <a:spcBef>
                <a:spcPts val="500"/>
              </a:spcBef>
              <a:spcAft>
                <a:spcPts val="0"/>
              </a:spcAft>
              <a:buClr>
                <a:schemeClr val="dk1"/>
              </a:buClr>
              <a:buSzPts val="1800"/>
              <a:buFont typeface="Helvetica Neue Light"/>
              <a:buChar char="•"/>
              <a:defRPr b="0" i="0" sz="1800" u="none" cap="none" strike="noStrike">
                <a:solidFill>
                  <a:schemeClr val="dk1"/>
                </a:solidFill>
                <a:latin typeface="Helvetica Neue Light"/>
                <a:ea typeface="Helvetica Neue Light"/>
                <a:cs typeface="Helvetica Neue Light"/>
                <a:sym typeface="Helvetica Neue Light"/>
              </a:defRPr>
            </a:lvl4pPr>
            <a:lvl5pPr indent="-342900" lvl="4" marL="2286000" marR="0" rtl="0" algn="l">
              <a:lnSpc>
                <a:spcPct val="90000"/>
              </a:lnSpc>
              <a:spcBef>
                <a:spcPts val="500"/>
              </a:spcBef>
              <a:spcAft>
                <a:spcPts val="0"/>
              </a:spcAft>
              <a:buClr>
                <a:schemeClr val="dk1"/>
              </a:buClr>
              <a:buSzPts val="1800"/>
              <a:buFont typeface="Helvetica Neue Light"/>
              <a:buChar char="•"/>
              <a:defRPr b="0" i="0" sz="1800" u="none" cap="none" strike="noStrike">
                <a:solidFill>
                  <a:schemeClr val="dk1"/>
                </a:solidFill>
                <a:latin typeface="Helvetica Neue Light"/>
                <a:ea typeface="Helvetica Neue Light"/>
                <a:cs typeface="Helvetica Neue Light"/>
                <a:sym typeface="Helvetica Neue 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grpSp>
        <p:nvGrpSpPr>
          <p:cNvPr id="12" name="Google Shape;12;p4"/>
          <p:cNvGrpSpPr/>
          <p:nvPr/>
        </p:nvGrpSpPr>
        <p:grpSpPr>
          <a:xfrm>
            <a:off x="0" y="6756400"/>
            <a:ext cx="12192000" cy="105496"/>
            <a:chOff x="0" y="6756400"/>
            <a:chExt cx="12192000" cy="105496"/>
          </a:xfrm>
        </p:grpSpPr>
        <p:pic>
          <p:nvPicPr>
            <p:cNvPr id="13" name="Google Shape;13;p4"/>
            <p:cNvPicPr preferRelativeResize="0"/>
            <p:nvPr/>
          </p:nvPicPr>
          <p:blipFill rotWithShape="1">
            <a:blip r:embed="rId1">
              <a:alphaModFix/>
            </a:blip>
            <a:srcRect b="0" l="0" r="0" t="0"/>
            <a:stretch/>
          </p:blipFill>
          <p:spPr>
            <a:xfrm>
              <a:off x="1524000" y="6756400"/>
              <a:ext cx="9144000" cy="101600"/>
            </a:xfrm>
            <a:prstGeom prst="rect">
              <a:avLst/>
            </a:prstGeom>
            <a:noFill/>
            <a:ln>
              <a:noFill/>
            </a:ln>
          </p:spPr>
        </p:pic>
        <p:pic>
          <p:nvPicPr>
            <p:cNvPr id="14" name="Google Shape;14;p4"/>
            <p:cNvPicPr preferRelativeResize="0"/>
            <p:nvPr/>
          </p:nvPicPr>
          <p:blipFill rotWithShape="1">
            <a:blip r:embed="rId1">
              <a:alphaModFix/>
            </a:blip>
            <a:srcRect b="15585" l="0" r="71580" t="0"/>
            <a:stretch/>
          </p:blipFill>
          <p:spPr>
            <a:xfrm>
              <a:off x="0" y="6756400"/>
              <a:ext cx="2598717" cy="101600"/>
            </a:xfrm>
            <a:prstGeom prst="rect">
              <a:avLst/>
            </a:prstGeom>
            <a:noFill/>
            <a:ln>
              <a:noFill/>
            </a:ln>
          </p:spPr>
        </p:pic>
        <p:pic>
          <p:nvPicPr>
            <p:cNvPr id="15" name="Google Shape;15;p4"/>
            <p:cNvPicPr preferRelativeResize="0"/>
            <p:nvPr/>
          </p:nvPicPr>
          <p:blipFill rotWithShape="1">
            <a:blip r:embed="rId1">
              <a:alphaModFix/>
            </a:blip>
            <a:srcRect b="15585" l="0" r="71580" t="0"/>
            <a:stretch/>
          </p:blipFill>
          <p:spPr>
            <a:xfrm>
              <a:off x="9593283" y="6756400"/>
              <a:ext cx="2598717" cy="105496"/>
            </a:xfrm>
            <a:prstGeom prst="rect">
              <a:avLst/>
            </a:prstGeom>
            <a:noFill/>
            <a:ln>
              <a:noFill/>
            </a:ln>
          </p:spPr>
        </p:pic>
      </p:grpSp>
      <p:sp>
        <p:nvSpPr>
          <p:cNvPr id="16" name="Google Shape;16;p4"/>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17" name="Google Shape;17;p4"/>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7F7F7F"/>
                </a:solidFill>
                <a:latin typeface="Helvetica Neue Light"/>
                <a:ea typeface="Helvetica Neue Light"/>
                <a:cs typeface="Helvetica Neue Light"/>
                <a:sym typeface="Helvetica Neue Light"/>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www.ias.ac.in/public/Volumes/sadh/038/01/0123-0131.pdf" TargetMode="External"/><Relationship Id="rId4" Type="http://schemas.openxmlformats.org/officeDocument/2006/relationships/hyperlink" Target="https://doi.org/10.1109/ICCPEIC.2016.7557289"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title"/>
          </p:nvPr>
        </p:nvSpPr>
        <p:spPr>
          <a:xfrm>
            <a:off x="844150" y="3874803"/>
            <a:ext cx="10515600" cy="2532900"/>
          </a:xfrm>
          <a:prstGeom prst="rect">
            <a:avLst/>
          </a:prstGeom>
          <a:noFill/>
          <a:ln>
            <a:noFill/>
          </a:ln>
        </p:spPr>
        <p:txBody>
          <a:bodyPr anchorCtr="1"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lang="en-US" sz="2800">
                <a:solidFill>
                  <a:srgbClr val="FFFFFF"/>
                </a:solidFill>
                <a:latin typeface="Arial"/>
                <a:ea typeface="Arial"/>
                <a:cs typeface="Arial"/>
                <a:sym typeface="Arial"/>
              </a:rPr>
              <a:t>Image Partitioning for Compact Encoding</a:t>
            </a:r>
            <a:endParaRPr sz="2800">
              <a:solidFill>
                <a:srgbClr val="FFFFFF"/>
              </a:solidFill>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lang="en-US" sz="2500">
                <a:solidFill>
                  <a:srgbClr val="FFFFFF"/>
                </a:solidFill>
                <a:latin typeface="Arial"/>
                <a:ea typeface="Arial"/>
                <a:cs typeface="Arial"/>
                <a:sym typeface="Arial"/>
              </a:rPr>
              <a:t>Group - 4</a:t>
            </a:r>
            <a:endParaRPr sz="2500">
              <a:solidFill>
                <a:srgbClr val="FFFFFF"/>
              </a:solidFill>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lang="en-US" sz="2400">
                <a:solidFill>
                  <a:srgbClr val="FFFFFF"/>
                </a:solidFill>
                <a:latin typeface="Arial"/>
                <a:ea typeface="Arial"/>
                <a:cs typeface="Arial"/>
                <a:sym typeface="Arial"/>
              </a:rPr>
              <a:t>Hetvi Shah(</a:t>
            </a:r>
            <a:r>
              <a:rPr lang="en-US" sz="2400">
                <a:solidFill>
                  <a:srgbClr val="FFFFFF"/>
                </a:solidFill>
                <a:latin typeface="Arial"/>
                <a:ea typeface="Arial"/>
                <a:cs typeface="Arial"/>
                <a:sym typeface="Arial"/>
              </a:rPr>
              <a:t>AU2340101</a:t>
            </a:r>
            <a:r>
              <a:rPr lang="en-US" sz="2400">
                <a:solidFill>
                  <a:srgbClr val="FFFFFF"/>
                </a:solidFill>
                <a:latin typeface="Arial"/>
                <a:ea typeface="Arial"/>
                <a:cs typeface="Arial"/>
                <a:sym typeface="Arial"/>
              </a:rPr>
              <a:t>)                               Twisha Patel(</a:t>
            </a:r>
            <a:r>
              <a:rPr lang="en-US" sz="2400">
                <a:solidFill>
                  <a:srgbClr val="FFFFFF"/>
                </a:solidFill>
                <a:latin typeface="Arial"/>
                <a:ea typeface="Arial"/>
                <a:cs typeface="Arial"/>
                <a:sym typeface="Arial"/>
              </a:rPr>
              <a:t>AU2340056</a:t>
            </a:r>
            <a:r>
              <a:rPr lang="en-US" sz="2400">
                <a:solidFill>
                  <a:srgbClr val="FFFFFF"/>
                </a:solidFill>
                <a:latin typeface="Arial"/>
                <a:ea typeface="Arial"/>
                <a:cs typeface="Arial"/>
                <a:sym typeface="Arial"/>
              </a:rPr>
              <a:t>)</a:t>
            </a:r>
            <a:endParaRPr sz="2400">
              <a:solidFill>
                <a:srgbClr val="FFFFFF"/>
              </a:solidFill>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lang="en-US" sz="2400">
                <a:solidFill>
                  <a:srgbClr val="FFFFFF"/>
                </a:solidFill>
                <a:latin typeface="Arial"/>
                <a:ea typeface="Arial"/>
                <a:cs typeface="Arial"/>
                <a:sym typeface="Arial"/>
              </a:rPr>
              <a:t>Manushree Patel(</a:t>
            </a:r>
            <a:r>
              <a:rPr lang="en-US" sz="2400">
                <a:solidFill>
                  <a:srgbClr val="FFFFFF"/>
                </a:solidFill>
                <a:latin typeface="Arial"/>
                <a:ea typeface="Arial"/>
                <a:cs typeface="Arial"/>
                <a:sym typeface="Arial"/>
              </a:rPr>
              <a:t>AU2340014</a:t>
            </a:r>
            <a:r>
              <a:rPr lang="en-US" sz="2400">
                <a:solidFill>
                  <a:srgbClr val="FFFFFF"/>
                </a:solidFill>
                <a:latin typeface="Arial"/>
                <a:ea typeface="Arial"/>
                <a:cs typeface="Arial"/>
                <a:sym typeface="Arial"/>
              </a:rPr>
              <a:t>)                    Sanya Shah(</a:t>
            </a:r>
            <a:r>
              <a:rPr lang="en-US" sz="2400">
                <a:solidFill>
                  <a:srgbClr val="FFFFFF"/>
                </a:solidFill>
                <a:latin typeface="Arial"/>
                <a:ea typeface="Arial"/>
                <a:cs typeface="Arial"/>
                <a:sym typeface="Arial"/>
              </a:rPr>
              <a:t>AU2340259</a:t>
            </a:r>
            <a:r>
              <a:rPr lang="en-US" sz="2400">
                <a:solidFill>
                  <a:srgbClr val="FFFFFF"/>
                </a:solidFill>
                <a:latin typeface="Arial"/>
                <a:ea typeface="Arial"/>
                <a:cs typeface="Arial"/>
                <a:sym typeface="Arial"/>
              </a:rPr>
              <a:t>)</a:t>
            </a:r>
            <a:endParaRPr sz="2400">
              <a:solidFill>
                <a:srgbClr val="FFFFFF"/>
              </a:solidFill>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t/>
            </a:r>
            <a:endParaRPr sz="2400">
              <a:solidFill>
                <a:srgbClr val="FFFFFF"/>
              </a:solidFill>
              <a:latin typeface="Arial"/>
              <a:ea typeface="Arial"/>
              <a:cs typeface="Arial"/>
              <a:sym typeface="Arial"/>
            </a:endParaRPr>
          </a:p>
          <a:p>
            <a:pPr indent="0" lvl="0" marL="0" rtl="0" algn="l">
              <a:lnSpc>
                <a:spcPct val="90000"/>
              </a:lnSpc>
              <a:spcBef>
                <a:spcPts val="400"/>
              </a:spcBef>
              <a:spcAft>
                <a:spcPts val="0"/>
              </a:spcAft>
              <a:buClr>
                <a:schemeClr val="dk1"/>
              </a:buClr>
              <a:buSzPts val="1100"/>
              <a:buFont typeface="Arial"/>
              <a:buNone/>
            </a:pPr>
            <a:r>
              <a:t/>
            </a:r>
            <a:endParaRPr sz="4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3"/>
          <p:cNvSpPr txBox="1"/>
          <p:nvPr>
            <p:ph type="title"/>
          </p:nvPr>
        </p:nvSpPr>
        <p:spPr>
          <a:xfrm>
            <a:off x="594303" y="266700"/>
            <a:ext cx="10515600" cy="132556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Helvetica Neue"/>
              <a:buNone/>
            </a:pPr>
            <a:r>
              <a:rPr lang="en-US"/>
              <a:t>INTRODUCTION</a:t>
            </a:r>
            <a:endParaRPr/>
          </a:p>
        </p:txBody>
      </p:sp>
      <p:sp>
        <p:nvSpPr>
          <p:cNvPr id="94" name="Google Shape;94;p3"/>
          <p:cNvSpPr txBox="1"/>
          <p:nvPr>
            <p:ph idx="1" type="body"/>
          </p:nvPr>
        </p:nvSpPr>
        <p:spPr>
          <a:xfrm>
            <a:off x="594302" y="1849450"/>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0"/>
              </a:spcAft>
              <a:buNone/>
            </a:pPr>
            <a:r>
              <a:rPr b="1" lang="en-US"/>
              <a:t>This project focuses on image partitioning and compression using the Region of Interest (ROI) concept. The image is divided into important and less important regions, for example, in medical images, the area containing the organ or disease is prioritized over the background to achieve efficient compression without losing critical details.</a:t>
            </a:r>
            <a:endParaRPr b="1"/>
          </a:p>
          <a:p>
            <a:pPr indent="0" lvl="0" marL="457200" rtl="0" algn="l">
              <a:lnSpc>
                <a:spcPct val="90000"/>
              </a:lnSpc>
              <a:spcBef>
                <a:spcPts val="0"/>
              </a:spcBef>
              <a:spcAft>
                <a:spcPts val="0"/>
              </a:spcAft>
              <a:buNone/>
            </a:pPr>
            <a:r>
              <a:t/>
            </a:r>
            <a:endParaRPr b="1"/>
          </a:p>
          <a:p>
            <a:pPr indent="-76200" lvl="0" marL="228600" rtl="0" algn="l">
              <a:lnSpc>
                <a:spcPct val="90000"/>
              </a:lnSpc>
              <a:spcBef>
                <a:spcPts val="1000"/>
              </a:spcBef>
              <a:spcAft>
                <a:spcPts val="0"/>
              </a:spcAft>
              <a:buClr>
                <a:schemeClr val="dk1"/>
              </a:buClr>
              <a:buSzPts val="2400"/>
              <a:buFont typeface="Helvetica Neue Light"/>
              <a:buNone/>
            </a:pPr>
            <a:r>
              <a:t/>
            </a:r>
            <a:endParaRPr/>
          </a:p>
          <a:p>
            <a:pPr indent="-76200" lvl="0" marL="228600" rtl="0" algn="l">
              <a:lnSpc>
                <a:spcPct val="90000"/>
              </a:lnSpc>
              <a:spcBef>
                <a:spcPts val="1000"/>
              </a:spcBef>
              <a:spcAft>
                <a:spcPts val="0"/>
              </a:spcAft>
              <a:buClr>
                <a:schemeClr val="dk1"/>
              </a:buClr>
              <a:buSzPts val="2400"/>
              <a:buFont typeface="Helvetica Neue Light"/>
              <a:buNone/>
            </a:pPr>
            <a:r>
              <a:t/>
            </a:r>
            <a:endParaRPr/>
          </a:p>
        </p:txBody>
      </p:sp>
      <p:sp>
        <p:nvSpPr>
          <p:cNvPr id="95" name="Google Shape;95;p3"/>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b="1" lang="en-US"/>
              <a:t>|</a:t>
            </a:r>
            <a:r>
              <a:rPr lang="en-US"/>
              <a:t>  </a:t>
            </a:r>
            <a:fld id="{00000000-1234-1234-1234-123412341234}" type="slidenum">
              <a:rPr lang="en-US"/>
              <a:t>‹#›</a:t>
            </a:fld>
            <a:endParaRPr/>
          </a:p>
        </p:txBody>
      </p:sp>
      <p:sp>
        <p:nvSpPr>
          <p:cNvPr id="96" name="Google Shape;96;p3"/>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01/07/19</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38bce4e0e8b_3_60"/>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b="1" lang="en-US"/>
              <a:t>|</a:t>
            </a:r>
            <a:r>
              <a:rPr lang="en-US"/>
              <a:t>  </a:t>
            </a:r>
            <a:fld id="{00000000-1234-1234-1234-123412341234}" type="slidenum">
              <a:rPr lang="en-US"/>
              <a:t>‹#›</a:t>
            </a:fld>
            <a:endParaRPr/>
          </a:p>
        </p:txBody>
      </p:sp>
      <p:sp>
        <p:nvSpPr>
          <p:cNvPr id="102" name="Google Shape;102;g38bce4e0e8b_3_60"/>
          <p:cNvSpPr txBox="1"/>
          <p:nvPr>
            <p:ph idx="10" type="dt"/>
          </p:nvPr>
        </p:nvSpPr>
        <p:spPr>
          <a:xfrm>
            <a:off x="7924800" y="6284674"/>
            <a:ext cx="2877900" cy="377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01/07/19</a:t>
            </a:r>
            <a:endParaRPr/>
          </a:p>
        </p:txBody>
      </p:sp>
      <p:pic>
        <p:nvPicPr>
          <p:cNvPr id="103" name="Google Shape;103;g38bce4e0e8b_3_60" title="WhatsApp Image 2025-10-12 at 14.19.58.jpeg"/>
          <p:cNvPicPr preferRelativeResize="0"/>
          <p:nvPr/>
        </p:nvPicPr>
        <p:blipFill>
          <a:blip r:embed="rId3">
            <a:alphaModFix/>
          </a:blip>
          <a:stretch>
            <a:fillRect/>
          </a:stretch>
        </p:blipFill>
        <p:spPr>
          <a:xfrm>
            <a:off x="3801550" y="260350"/>
            <a:ext cx="4414700" cy="62022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38bce4e0e8b_3_0"/>
          <p:cNvSpPr txBox="1"/>
          <p:nvPr>
            <p:ph type="title"/>
          </p:nvPr>
        </p:nvSpPr>
        <p:spPr>
          <a:xfrm>
            <a:off x="582428" y="278725"/>
            <a:ext cx="10515600" cy="1325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Helvetica Neue"/>
              <a:buNone/>
            </a:pPr>
            <a:r>
              <a:rPr lang="en-US"/>
              <a:t>LITERATURE REVIEW</a:t>
            </a:r>
            <a:endParaRPr/>
          </a:p>
        </p:txBody>
      </p:sp>
      <p:sp>
        <p:nvSpPr>
          <p:cNvPr id="109" name="Google Shape;109;g38bce4e0e8b_3_0"/>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b="1" lang="en-US"/>
              <a:t>|</a:t>
            </a:r>
            <a:r>
              <a:rPr lang="en-US"/>
              <a:t>  </a:t>
            </a:r>
            <a:fld id="{00000000-1234-1234-1234-123412341234}" type="slidenum">
              <a:rPr lang="en-US"/>
              <a:t>‹#›</a:t>
            </a:fld>
            <a:endParaRPr/>
          </a:p>
        </p:txBody>
      </p:sp>
      <p:sp>
        <p:nvSpPr>
          <p:cNvPr id="110" name="Google Shape;110;g38bce4e0e8b_3_0"/>
          <p:cNvSpPr txBox="1"/>
          <p:nvPr>
            <p:ph idx="10" type="dt"/>
          </p:nvPr>
        </p:nvSpPr>
        <p:spPr>
          <a:xfrm>
            <a:off x="7924800" y="6284674"/>
            <a:ext cx="2877900" cy="377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01/07/19</a:t>
            </a:r>
            <a:endParaRPr/>
          </a:p>
        </p:txBody>
      </p:sp>
      <p:graphicFrame>
        <p:nvGraphicFramePr>
          <p:cNvPr id="111" name="Google Shape;111;g38bce4e0e8b_3_0"/>
          <p:cNvGraphicFramePr/>
          <p:nvPr/>
        </p:nvGraphicFramePr>
        <p:xfrm>
          <a:off x="909700" y="2174850"/>
          <a:ext cx="3000000" cy="3000000"/>
        </p:xfrm>
        <a:graphic>
          <a:graphicData uri="http://schemas.openxmlformats.org/drawingml/2006/table">
            <a:tbl>
              <a:tblPr>
                <a:noFill/>
                <a:tableStyleId>{3DB98F3C-823B-45B1-A6D0-5C2066051649}</a:tableStyleId>
              </a:tblPr>
              <a:tblGrid>
                <a:gridCol w="2571750"/>
                <a:gridCol w="2571750"/>
                <a:gridCol w="2571750"/>
                <a:gridCol w="2571750"/>
              </a:tblGrid>
              <a:tr h="381000">
                <a:tc>
                  <a:txBody>
                    <a:bodyPr/>
                    <a:lstStyle/>
                    <a:p>
                      <a:pPr indent="0" lvl="0" marL="0" rtl="0" algn="l">
                        <a:spcBef>
                          <a:spcPts val="0"/>
                        </a:spcBef>
                        <a:spcAft>
                          <a:spcPts val="0"/>
                        </a:spcAft>
                        <a:buNone/>
                      </a:pPr>
                      <a:r>
                        <a:rPr lang="en-US"/>
                        <a:t>Method</a:t>
                      </a:r>
                      <a:endParaRPr/>
                    </a:p>
                  </a:txBody>
                  <a:tcPr marT="91425" marB="91425" marR="91425" marL="91425"/>
                </a:tc>
                <a:tc>
                  <a:txBody>
                    <a:bodyPr/>
                    <a:lstStyle/>
                    <a:p>
                      <a:pPr indent="0" lvl="0" marL="0" rtl="0" algn="l">
                        <a:spcBef>
                          <a:spcPts val="0"/>
                        </a:spcBef>
                        <a:spcAft>
                          <a:spcPts val="0"/>
                        </a:spcAft>
                        <a:buNone/>
                      </a:pPr>
                      <a:r>
                        <a:rPr lang="en-US"/>
                        <a:t>Domain/Technique</a:t>
                      </a:r>
                      <a:endParaRPr/>
                    </a:p>
                  </a:txBody>
                  <a:tcPr marT="91425" marB="91425" marR="91425" marL="91425"/>
                </a:tc>
                <a:tc>
                  <a:txBody>
                    <a:bodyPr/>
                    <a:lstStyle/>
                    <a:p>
                      <a:pPr indent="0" lvl="0" marL="0" rtl="0" algn="l">
                        <a:spcBef>
                          <a:spcPts val="0"/>
                        </a:spcBef>
                        <a:spcAft>
                          <a:spcPts val="0"/>
                        </a:spcAft>
                        <a:buNone/>
                      </a:pPr>
                      <a:r>
                        <a:rPr lang="en-US"/>
                        <a:t>Strengths</a:t>
                      </a:r>
                      <a:endParaRPr/>
                    </a:p>
                  </a:txBody>
                  <a:tcPr marT="91425" marB="91425" marR="91425" marL="91425"/>
                </a:tc>
                <a:tc>
                  <a:txBody>
                    <a:bodyPr/>
                    <a:lstStyle/>
                    <a:p>
                      <a:pPr indent="0" lvl="0" marL="0" rtl="0" algn="l">
                        <a:spcBef>
                          <a:spcPts val="0"/>
                        </a:spcBef>
                        <a:spcAft>
                          <a:spcPts val="0"/>
                        </a:spcAft>
                        <a:buNone/>
                      </a:pPr>
                      <a:r>
                        <a:rPr lang="en-US"/>
                        <a:t>Limitations/Gaps</a:t>
                      </a:r>
                      <a:endParaRPr/>
                    </a:p>
                  </a:txBody>
                  <a:tcPr marT="91425" marB="91425" marR="91425" marL="91425"/>
                </a:tc>
              </a:tr>
              <a:tr h="381000">
                <a:tc>
                  <a:txBody>
                    <a:bodyPr/>
                    <a:lstStyle/>
                    <a:p>
                      <a:pPr indent="0" lvl="0" marL="0" rtl="0" algn="l">
                        <a:spcBef>
                          <a:spcPts val="0"/>
                        </a:spcBef>
                        <a:spcAft>
                          <a:spcPts val="0"/>
                        </a:spcAft>
                        <a:buNone/>
                      </a:pPr>
                      <a:r>
                        <a:rPr lang="en-US"/>
                        <a:t>JPEG/JPEG-LS</a:t>
                      </a:r>
                      <a:endParaRPr/>
                    </a:p>
                  </a:txBody>
                  <a:tcPr marT="91425" marB="91425" marR="91425" marL="91425"/>
                </a:tc>
                <a:tc>
                  <a:txBody>
                    <a:bodyPr/>
                    <a:lstStyle/>
                    <a:p>
                      <a:pPr indent="0" lvl="0" marL="0" rtl="0" algn="l">
                        <a:spcBef>
                          <a:spcPts val="0"/>
                        </a:spcBef>
                        <a:spcAft>
                          <a:spcPts val="0"/>
                        </a:spcAft>
                        <a:buNone/>
                      </a:pPr>
                      <a:r>
                        <a:rPr lang="en-US"/>
                        <a:t>Spatial, predictive &amp; entropy coding</a:t>
                      </a:r>
                      <a:endParaRPr/>
                    </a:p>
                  </a:txBody>
                  <a:tcPr marT="91425" marB="91425" marR="91425" marL="91425"/>
                </a:tc>
                <a:tc>
                  <a:txBody>
                    <a:bodyPr/>
                    <a:lstStyle/>
                    <a:p>
                      <a:pPr indent="0" lvl="0" marL="0" rtl="0" algn="l">
                        <a:spcBef>
                          <a:spcPts val="0"/>
                        </a:spcBef>
                        <a:spcAft>
                          <a:spcPts val="0"/>
                        </a:spcAft>
                        <a:buNone/>
                      </a:pPr>
                      <a:r>
                        <a:rPr lang="en-US"/>
                        <a:t>Simple, lossless compression</a:t>
                      </a:r>
                      <a:endParaRPr/>
                    </a:p>
                  </a:txBody>
                  <a:tcPr marT="91425" marB="91425" marR="91425" marL="91425"/>
                </a:tc>
                <a:tc>
                  <a:txBody>
                    <a:bodyPr/>
                    <a:lstStyle/>
                    <a:p>
                      <a:pPr indent="0" lvl="0" marL="0" rtl="0" algn="l">
                        <a:spcBef>
                          <a:spcPts val="0"/>
                        </a:spcBef>
                        <a:spcAft>
                          <a:spcPts val="0"/>
                        </a:spcAft>
                        <a:buNone/>
                      </a:pPr>
                      <a:r>
                        <a:rPr lang="en-US"/>
                        <a:t>Treats all regions equally; ROI not prioritized</a:t>
                      </a:r>
                      <a:endParaRPr/>
                    </a:p>
                  </a:txBody>
                  <a:tcPr marT="91425" marB="91425" marR="91425" marL="91425"/>
                </a:tc>
              </a:tr>
              <a:tr h="381000">
                <a:tc>
                  <a:txBody>
                    <a:bodyPr/>
                    <a:lstStyle/>
                    <a:p>
                      <a:pPr indent="0" lvl="0" marL="0" rtl="0" algn="l">
                        <a:spcBef>
                          <a:spcPts val="0"/>
                        </a:spcBef>
                        <a:spcAft>
                          <a:spcPts val="0"/>
                        </a:spcAft>
                        <a:buNone/>
                      </a:pPr>
                      <a:r>
                        <a:rPr lang="en-US"/>
                        <a:t>Block-based PCA</a:t>
                      </a:r>
                      <a:endParaRPr/>
                    </a:p>
                  </a:txBody>
                  <a:tcPr marT="91425" marB="91425" marR="91425" marL="91425"/>
                </a:tc>
                <a:tc>
                  <a:txBody>
                    <a:bodyPr/>
                    <a:lstStyle/>
                    <a:p>
                      <a:pPr indent="0" lvl="0" marL="0" rtl="0" algn="l">
                        <a:spcBef>
                          <a:spcPts val="0"/>
                        </a:spcBef>
                        <a:spcAft>
                          <a:spcPts val="0"/>
                        </a:spcAft>
                        <a:buNone/>
                      </a:pPr>
                      <a:r>
                        <a:rPr lang="en-US"/>
                        <a:t>Statistical feature reduction</a:t>
                      </a:r>
                      <a:endParaRPr/>
                    </a:p>
                  </a:txBody>
                  <a:tcPr marT="91425" marB="91425" marR="91425" marL="91425"/>
                </a:tc>
                <a:tc>
                  <a:txBody>
                    <a:bodyPr/>
                    <a:lstStyle/>
                    <a:p>
                      <a:pPr indent="0" lvl="0" marL="0" rtl="0" algn="l">
                        <a:spcBef>
                          <a:spcPts val="0"/>
                        </a:spcBef>
                        <a:spcAft>
                          <a:spcPts val="0"/>
                        </a:spcAft>
                        <a:buNone/>
                      </a:pPr>
                      <a:r>
                        <a:rPr lang="en-US"/>
                        <a:t>Reduces redundancy in local blocks</a:t>
                      </a:r>
                      <a:endParaRPr/>
                    </a:p>
                  </a:txBody>
                  <a:tcPr marT="91425" marB="91425" marR="91425" marL="91425"/>
                </a:tc>
                <a:tc>
                  <a:txBody>
                    <a:bodyPr/>
                    <a:lstStyle/>
                    <a:p>
                      <a:pPr indent="0" lvl="0" marL="0" rtl="0" algn="l">
                        <a:spcBef>
                          <a:spcPts val="0"/>
                        </a:spcBef>
                        <a:spcAft>
                          <a:spcPts val="0"/>
                        </a:spcAft>
                        <a:buNone/>
                      </a:pPr>
                      <a:r>
                        <a:rPr lang="en-US"/>
                        <a:t>Ignores spatial–frequency variations; ROI edges blurred</a:t>
                      </a:r>
                      <a:endParaRPr/>
                    </a:p>
                  </a:txBody>
                  <a:tcPr marT="91425" marB="91425" marR="91425" marL="91425"/>
                </a:tc>
              </a:tr>
              <a:tr h="381000">
                <a:tc>
                  <a:txBody>
                    <a:bodyPr/>
                    <a:lstStyle/>
                    <a:p>
                      <a:pPr indent="0" lvl="0" marL="0" rtl="0" algn="l">
                        <a:spcBef>
                          <a:spcPts val="0"/>
                        </a:spcBef>
                        <a:spcAft>
                          <a:spcPts val="0"/>
                        </a:spcAft>
                        <a:buNone/>
                      </a:pPr>
                      <a:r>
                        <a:rPr lang="en-US"/>
                        <a:t>JPEG 2000 (Wavelet ROI Coding)</a:t>
                      </a:r>
                      <a:endParaRPr/>
                    </a:p>
                  </a:txBody>
                  <a:tcPr marT="91425" marB="91425" marR="91425" marL="91425"/>
                </a:tc>
                <a:tc>
                  <a:txBody>
                    <a:bodyPr/>
                    <a:lstStyle/>
                    <a:p>
                      <a:pPr indent="0" lvl="0" marL="0" rtl="0" algn="l">
                        <a:spcBef>
                          <a:spcPts val="0"/>
                        </a:spcBef>
                        <a:spcAft>
                          <a:spcPts val="0"/>
                        </a:spcAft>
                        <a:buNone/>
                      </a:pPr>
                      <a:r>
                        <a:rPr lang="en-US"/>
                        <a:t>Wavelet transform with Maxshift ROI</a:t>
                      </a:r>
                      <a:endParaRPr/>
                    </a:p>
                  </a:txBody>
                  <a:tcPr marT="91425" marB="91425" marR="91425" marL="91425"/>
                </a:tc>
                <a:tc>
                  <a:txBody>
                    <a:bodyPr/>
                    <a:lstStyle/>
                    <a:p>
                      <a:pPr indent="0" lvl="0" marL="0" rtl="0" algn="l">
                        <a:spcBef>
                          <a:spcPts val="0"/>
                        </a:spcBef>
                        <a:spcAft>
                          <a:spcPts val="0"/>
                        </a:spcAft>
                        <a:buNone/>
                      </a:pPr>
                      <a:r>
                        <a:rPr lang="en-US"/>
                        <a:t>Multiresolution, better ROI preservation</a:t>
                      </a:r>
                      <a:endParaRPr/>
                    </a:p>
                  </a:txBody>
                  <a:tcPr marT="91425" marB="91425" marR="91425" marL="91425"/>
                </a:tc>
                <a:tc>
                  <a:txBody>
                    <a:bodyPr/>
                    <a:lstStyle/>
                    <a:p>
                      <a:pPr indent="0" lvl="0" marL="0" rtl="0" algn="l">
                        <a:spcBef>
                          <a:spcPts val="0"/>
                        </a:spcBef>
                        <a:spcAft>
                          <a:spcPts val="0"/>
                        </a:spcAft>
                        <a:buNone/>
                      </a:pPr>
                      <a:r>
                        <a:rPr lang="en-US"/>
                        <a:t>Mixed blocks cause ROI boundary distortion</a:t>
                      </a:r>
                      <a:endParaRPr/>
                    </a:p>
                  </a:txBody>
                  <a:tcPr marT="91425" marB="91425" marR="91425" marL="91425"/>
                </a:tc>
              </a:tr>
              <a:tr h="381000">
                <a:tc>
                  <a:txBody>
                    <a:bodyPr/>
                    <a:lstStyle/>
                    <a:p>
                      <a:pPr indent="0" lvl="0" marL="0" rtl="0" algn="l">
                        <a:spcBef>
                          <a:spcPts val="0"/>
                        </a:spcBef>
                        <a:spcAft>
                          <a:spcPts val="0"/>
                        </a:spcAft>
                        <a:buNone/>
                      </a:pPr>
                      <a:r>
                        <a:rPr lang="en-US"/>
                        <a:t>Proposed Method (Rectangular Partition + Wavelet/ Inverse Wavelet)</a:t>
                      </a:r>
                      <a:endParaRPr/>
                    </a:p>
                  </a:txBody>
                  <a:tcPr marT="91425" marB="91425" marR="91425" marL="91425"/>
                </a:tc>
                <a:tc>
                  <a:txBody>
                    <a:bodyPr/>
                    <a:lstStyle/>
                    <a:p>
                      <a:pPr indent="0" lvl="0" marL="0" rtl="0" algn="l">
                        <a:spcBef>
                          <a:spcPts val="0"/>
                        </a:spcBef>
                        <a:spcAft>
                          <a:spcPts val="0"/>
                        </a:spcAft>
                        <a:buNone/>
                      </a:pPr>
                      <a:r>
                        <a:rPr lang="en-US"/>
                        <a:t>Hybrid spatial–frequency approach</a:t>
                      </a:r>
                      <a:endParaRPr/>
                    </a:p>
                  </a:txBody>
                  <a:tcPr marT="91425" marB="91425" marR="91425" marL="91425"/>
                </a:tc>
                <a:tc>
                  <a:txBody>
                    <a:bodyPr/>
                    <a:lstStyle/>
                    <a:p>
                      <a:pPr indent="0" lvl="0" marL="0" rtl="0" algn="l">
                        <a:spcBef>
                          <a:spcPts val="0"/>
                        </a:spcBef>
                        <a:spcAft>
                          <a:spcPts val="0"/>
                        </a:spcAft>
                        <a:buNone/>
                      </a:pPr>
                      <a:r>
                        <a:rPr lang="en-US"/>
                        <a:t>ROI enhanced, Non-ROI blurred; mixed regions refined</a:t>
                      </a:r>
                      <a:endParaRPr/>
                    </a:p>
                  </a:txBody>
                  <a:tcPr marT="91425" marB="91425" marR="91425" marL="91425"/>
                </a:tc>
                <a:tc>
                  <a:txBody>
                    <a:bodyPr/>
                    <a:lstStyle/>
                    <a:p>
                      <a:pPr indent="0" lvl="0" marL="0" rtl="0" algn="l">
                        <a:spcBef>
                          <a:spcPts val="0"/>
                        </a:spcBef>
                        <a:spcAft>
                          <a:spcPts val="0"/>
                        </a:spcAft>
                        <a:buNone/>
                      </a:pPr>
                      <a:r>
                        <a:rPr lang="en-US"/>
                        <a:t>More computation, but highest diagnostic fidelity</a:t>
                      </a:r>
                      <a:endParaRPr/>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38bce4e0e8b_3_77"/>
          <p:cNvSpPr txBox="1"/>
          <p:nvPr>
            <p:ph type="title"/>
          </p:nvPr>
        </p:nvSpPr>
        <p:spPr>
          <a:xfrm>
            <a:off x="594303" y="266700"/>
            <a:ext cx="10515600" cy="1325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Helvetica Neue"/>
              <a:buNone/>
            </a:pPr>
            <a:r>
              <a:rPr lang="en-US"/>
              <a:t>DATASET</a:t>
            </a:r>
            <a:endParaRPr/>
          </a:p>
        </p:txBody>
      </p:sp>
      <p:sp>
        <p:nvSpPr>
          <p:cNvPr id="117" name="Google Shape;117;g38bce4e0e8b_3_77"/>
          <p:cNvSpPr txBox="1"/>
          <p:nvPr>
            <p:ph idx="1" type="body"/>
          </p:nvPr>
        </p:nvSpPr>
        <p:spPr>
          <a:xfrm>
            <a:off x="594300" y="1592400"/>
            <a:ext cx="10515600" cy="46083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t/>
            </a:r>
            <a:endParaRPr sz="2000"/>
          </a:p>
          <a:p>
            <a:pPr indent="0" lvl="0" marL="0" rtl="0" algn="l">
              <a:spcBef>
                <a:spcPts val="0"/>
              </a:spcBef>
              <a:spcAft>
                <a:spcPts val="0"/>
              </a:spcAft>
              <a:buClr>
                <a:schemeClr val="dk1"/>
              </a:buClr>
              <a:buSzPts val="1100"/>
              <a:buFont typeface="Arial"/>
              <a:buNone/>
            </a:pPr>
            <a:r>
              <a:rPr lang="en-US" sz="2000"/>
              <a:t>It consist of images of brain with tumor.</a:t>
            </a:r>
            <a:endParaRPr/>
          </a:p>
        </p:txBody>
      </p:sp>
      <p:sp>
        <p:nvSpPr>
          <p:cNvPr id="118" name="Google Shape;118;g38bce4e0e8b_3_77"/>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b="1" lang="en-US"/>
              <a:t>|</a:t>
            </a:r>
            <a:r>
              <a:rPr lang="en-US"/>
              <a:t>  </a:t>
            </a:r>
            <a:fld id="{00000000-1234-1234-1234-123412341234}" type="slidenum">
              <a:rPr lang="en-US"/>
              <a:t>‹#›</a:t>
            </a:fld>
            <a:endParaRPr/>
          </a:p>
        </p:txBody>
      </p:sp>
      <p:sp>
        <p:nvSpPr>
          <p:cNvPr id="119" name="Google Shape;119;g38bce4e0e8b_3_77"/>
          <p:cNvSpPr txBox="1"/>
          <p:nvPr>
            <p:ph idx="10" type="dt"/>
          </p:nvPr>
        </p:nvSpPr>
        <p:spPr>
          <a:xfrm>
            <a:off x="7924800" y="6284674"/>
            <a:ext cx="2877900" cy="377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01/07/19</a:t>
            </a:r>
            <a:endParaRPr/>
          </a:p>
        </p:txBody>
      </p:sp>
      <p:pic>
        <p:nvPicPr>
          <p:cNvPr id="120" name="Google Shape;120;g38bce4e0e8b_3_77"/>
          <p:cNvPicPr preferRelativeResize="0"/>
          <p:nvPr/>
        </p:nvPicPr>
        <p:blipFill>
          <a:blip r:embed="rId3">
            <a:alphaModFix/>
          </a:blip>
          <a:stretch>
            <a:fillRect/>
          </a:stretch>
        </p:blipFill>
        <p:spPr>
          <a:xfrm>
            <a:off x="594300" y="2415825"/>
            <a:ext cx="10868501" cy="3639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g38bce4e0e8b_3_7"/>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b="1" lang="en-US"/>
              <a:t>|</a:t>
            </a:r>
            <a:r>
              <a:rPr lang="en-US"/>
              <a:t>  </a:t>
            </a:r>
            <a:fld id="{00000000-1234-1234-1234-123412341234}" type="slidenum">
              <a:rPr lang="en-US"/>
              <a:t>‹#›</a:t>
            </a:fld>
            <a:endParaRPr/>
          </a:p>
        </p:txBody>
      </p:sp>
      <p:sp>
        <p:nvSpPr>
          <p:cNvPr id="126" name="Google Shape;126;g38bce4e0e8b_3_7"/>
          <p:cNvSpPr txBox="1"/>
          <p:nvPr>
            <p:ph idx="10" type="dt"/>
          </p:nvPr>
        </p:nvSpPr>
        <p:spPr>
          <a:xfrm>
            <a:off x="7924800" y="6284674"/>
            <a:ext cx="2877900" cy="377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01/07/19</a:t>
            </a:r>
            <a:endParaRPr/>
          </a:p>
        </p:txBody>
      </p:sp>
      <p:pic>
        <p:nvPicPr>
          <p:cNvPr id="127" name="Google Shape;127;g38bce4e0e8b_3_7"/>
          <p:cNvPicPr preferRelativeResize="0"/>
          <p:nvPr/>
        </p:nvPicPr>
        <p:blipFill>
          <a:blip r:embed="rId3">
            <a:alphaModFix/>
          </a:blip>
          <a:stretch>
            <a:fillRect/>
          </a:stretch>
        </p:blipFill>
        <p:spPr>
          <a:xfrm>
            <a:off x="370175" y="339425"/>
            <a:ext cx="11126898" cy="2907349"/>
          </a:xfrm>
          <a:prstGeom prst="rect">
            <a:avLst/>
          </a:prstGeom>
          <a:noFill/>
          <a:ln>
            <a:noFill/>
          </a:ln>
        </p:spPr>
      </p:pic>
      <p:pic>
        <p:nvPicPr>
          <p:cNvPr id="128" name="Google Shape;128;g38bce4e0e8b_3_7"/>
          <p:cNvPicPr preferRelativeResize="0"/>
          <p:nvPr/>
        </p:nvPicPr>
        <p:blipFill>
          <a:blip r:embed="rId4">
            <a:alphaModFix/>
          </a:blip>
          <a:stretch>
            <a:fillRect/>
          </a:stretch>
        </p:blipFill>
        <p:spPr>
          <a:xfrm>
            <a:off x="370175" y="3169100"/>
            <a:ext cx="11126899" cy="2907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8bce4e0e8b_3_14"/>
          <p:cNvSpPr txBox="1"/>
          <p:nvPr>
            <p:ph type="title"/>
          </p:nvPr>
        </p:nvSpPr>
        <p:spPr>
          <a:xfrm>
            <a:off x="594303" y="266700"/>
            <a:ext cx="10515600" cy="1325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Helvetica Neue"/>
              <a:buNone/>
            </a:pPr>
            <a:r>
              <a:rPr lang="en-US"/>
              <a:t>METHODOLOGY</a:t>
            </a:r>
            <a:endParaRPr/>
          </a:p>
        </p:txBody>
      </p:sp>
      <p:sp>
        <p:nvSpPr>
          <p:cNvPr id="134" name="Google Shape;134;g38bce4e0e8b_3_14"/>
          <p:cNvSpPr txBox="1"/>
          <p:nvPr>
            <p:ph idx="1" type="body"/>
          </p:nvPr>
        </p:nvSpPr>
        <p:spPr>
          <a:xfrm>
            <a:off x="582427" y="1768950"/>
            <a:ext cx="10515600" cy="4351200"/>
          </a:xfrm>
          <a:prstGeom prst="rect">
            <a:avLst/>
          </a:prstGeom>
          <a:noFill/>
          <a:ln>
            <a:noFill/>
          </a:ln>
        </p:spPr>
        <p:txBody>
          <a:bodyPr anchorCtr="0" anchor="t" bIns="45700" lIns="91425" spcFirstLastPara="1" rIns="91425" wrap="square" tIns="45700">
            <a:normAutofit fontScale="25000" lnSpcReduction="20000"/>
          </a:bodyPr>
          <a:lstStyle/>
          <a:p>
            <a:pPr indent="0" lvl="0" marL="457200" rtl="0" algn="l">
              <a:lnSpc>
                <a:spcPct val="90000"/>
              </a:lnSpc>
              <a:spcBef>
                <a:spcPts val="0"/>
              </a:spcBef>
              <a:spcAft>
                <a:spcPts val="0"/>
              </a:spcAft>
              <a:buNone/>
            </a:pPr>
            <a:r>
              <a:t/>
            </a:r>
            <a:endParaRPr b="1" sz="10400"/>
          </a:p>
          <a:p>
            <a:pPr indent="-241300" lvl="0" marL="228600" rtl="0" algn="l">
              <a:lnSpc>
                <a:spcPct val="90000"/>
              </a:lnSpc>
              <a:spcBef>
                <a:spcPts val="0"/>
              </a:spcBef>
              <a:spcAft>
                <a:spcPts val="0"/>
              </a:spcAft>
              <a:buClr>
                <a:schemeClr val="dk1"/>
              </a:buClr>
              <a:buSzPct val="100000"/>
              <a:buFont typeface="Helvetica Neue Light"/>
              <a:buChar char="●"/>
            </a:pPr>
            <a:r>
              <a:rPr b="1" lang="en-US" sz="10400"/>
              <a:t>ROI Detection (Tumor Isolation)</a:t>
            </a:r>
            <a:endParaRPr b="1" sz="10400"/>
          </a:p>
          <a:p>
            <a:pPr indent="0" lvl="0" marL="0" rtl="0" algn="l">
              <a:lnSpc>
                <a:spcPct val="90000"/>
              </a:lnSpc>
              <a:spcBef>
                <a:spcPts val="0"/>
              </a:spcBef>
              <a:spcAft>
                <a:spcPts val="0"/>
              </a:spcAft>
              <a:buNone/>
            </a:pPr>
            <a:r>
              <a:t/>
            </a:r>
            <a:endParaRPr b="1" sz="10400"/>
          </a:p>
          <a:p>
            <a:pPr indent="0" lvl="0" marL="457200" rtl="0" algn="l">
              <a:lnSpc>
                <a:spcPct val="90000"/>
              </a:lnSpc>
              <a:spcBef>
                <a:spcPts val="0"/>
              </a:spcBef>
              <a:spcAft>
                <a:spcPts val="0"/>
              </a:spcAft>
              <a:buNone/>
            </a:pPr>
            <a:r>
              <a:t/>
            </a:r>
            <a:endParaRPr b="1" sz="10400"/>
          </a:p>
          <a:p>
            <a:pPr indent="-241300" lvl="0" marL="228600" rtl="0" algn="l">
              <a:lnSpc>
                <a:spcPct val="90000"/>
              </a:lnSpc>
              <a:spcBef>
                <a:spcPts val="0"/>
              </a:spcBef>
              <a:spcAft>
                <a:spcPts val="0"/>
              </a:spcAft>
              <a:buSzPct val="100000"/>
              <a:buChar char="●"/>
            </a:pPr>
            <a:r>
              <a:rPr b="1" lang="en-US" sz="10400"/>
              <a:t>Uniform Partitioning</a:t>
            </a:r>
            <a:endParaRPr b="1" sz="10400"/>
          </a:p>
          <a:p>
            <a:pPr indent="0" lvl="0" marL="0" rtl="0" algn="l">
              <a:lnSpc>
                <a:spcPct val="90000"/>
              </a:lnSpc>
              <a:spcBef>
                <a:spcPts val="0"/>
              </a:spcBef>
              <a:spcAft>
                <a:spcPts val="0"/>
              </a:spcAft>
              <a:buNone/>
            </a:pPr>
            <a:r>
              <a:t/>
            </a:r>
            <a:endParaRPr b="1" sz="10400"/>
          </a:p>
          <a:p>
            <a:pPr indent="0" lvl="0" marL="0" rtl="0" algn="l">
              <a:lnSpc>
                <a:spcPct val="90000"/>
              </a:lnSpc>
              <a:spcBef>
                <a:spcPts val="0"/>
              </a:spcBef>
              <a:spcAft>
                <a:spcPts val="0"/>
              </a:spcAft>
              <a:buNone/>
            </a:pPr>
            <a:r>
              <a:t/>
            </a:r>
            <a:endParaRPr b="1" sz="10400"/>
          </a:p>
          <a:p>
            <a:pPr indent="-241300" lvl="0" marL="228600" rtl="0" algn="l">
              <a:lnSpc>
                <a:spcPct val="90000"/>
              </a:lnSpc>
              <a:spcBef>
                <a:spcPts val="0"/>
              </a:spcBef>
              <a:spcAft>
                <a:spcPts val="0"/>
              </a:spcAft>
              <a:buSzPct val="100000"/>
              <a:buChar char="●"/>
            </a:pPr>
            <a:r>
              <a:rPr b="1" lang="en-US" sz="10400"/>
              <a:t>Block Classification and Compact Encoding</a:t>
            </a:r>
            <a:endParaRPr b="1" sz="10400"/>
          </a:p>
          <a:p>
            <a:pPr indent="0" lvl="0" marL="0" rtl="0" algn="l">
              <a:lnSpc>
                <a:spcPct val="90000"/>
              </a:lnSpc>
              <a:spcBef>
                <a:spcPts val="0"/>
              </a:spcBef>
              <a:spcAft>
                <a:spcPts val="0"/>
              </a:spcAft>
              <a:buNone/>
            </a:pPr>
            <a:r>
              <a:t/>
            </a:r>
            <a:endParaRPr b="1" sz="10400"/>
          </a:p>
          <a:p>
            <a:pPr indent="0" lvl="0" marL="457200" rtl="0" algn="l">
              <a:lnSpc>
                <a:spcPct val="90000"/>
              </a:lnSpc>
              <a:spcBef>
                <a:spcPts val="0"/>
              </a:spcBef>
              <a:spcAft>
                <a:spcPts val="0"/>
              </a:spcAft>
              <a:buNone/>
            </a:pPr>
            <a:r>
              <a:t/>
            </a:r>
            <a:endParaRPr b="1" sz="4900"/>
          </a:p>
          <a:p>
            <a:pPr indent="-359629" lvl="0" marL="457200" rtl="0" algn="l">
              <a:lnSpc>
                <a:spcPct val="90000"/>
              </a:lnSpc>
              <a:spcBef>
                <a:spcPts val="0"/>
              </a:spcBef>
              <a:spcAft>
                <a:spcPts val="0"/>
              </a:spcAft>
              <a:buSzPct val="100000"/>
              <a:buFont typeface="Helvetica Neue"/>
              <a:buAutoNum type="arabicPeriod"/>
            </a:pPr>
            <a:r>
              <a:rPr lang="en-US" sz="8253">
                <a:latin typeface="Helvetica Neue"/>
                <a:ea typeface="Helvetica Neue"/>
                <a:cs typeface="Helvetica Neue"/>
                <a:sym typeface="Helvetica Neue"/>
              </a:rPr>
              <a:t>Pure ROI Blocks (Green blocks)-Apply Sharpening</a:t>
            </a:r>
            <a:endParaRPr sz="8253">
              <a:latin typeface="Helvetica Neue"/>
              <a:ea typeface="Helvetica Neue"/>
              <a:cs typeface="Helvetica Neue"/>
              <a:sym typeface="Helvetica Neue"/>
            </a:endParaRPr>
          </a:p>
          <a:p>
            <a:pPr indent="0" lvl="0" marL="0" rtl="0" algn="l">
              <a:lnSpc>
                <a:spcPct val="90000"/>
              </a:lnSpc>
              <a:spcBef>
                <a:spcPts val="0"/>
              </a:spcBef>
              <a:spcAft>
                <a:spcPts val="0"/>
              </a:spcAft>
              <a:buNone/>
            </a:pPr>
            <a:r>
              <a:t/>
            </a:r>
            <a:endParaRPr sz="8253">
              <a:latin typeface="Arial"/>
              <a:ea typeface="Arial"/>
              <a:cs typeface="Arial"/>
              <a:sym typeface="Arial"/>
            </a:endParaRPr>
          </a:p>
          <a:p>
            <a:pPr indent="-359629" lvl="0" marL="457200" rtl="0" algn="l">
              <a:spcBef>
                <a:spcPts val="0"/>
              </a:spcBef>
              <a:spcAft>
                <a:spcPts val="0"/>
              </a:spcAft>
              <a:buSzPct val="100000"/>
              <a:buFont typeface="Helvetica Neue"/>
              <a:buAutoNum type="arabicPeriod"/>
            </a:pPr>
            <a:r>
              <a:rPr lang="en-US" sz="8253">
                <a:latin typeface="Helvetica Neue"/>
                <a:ea typeface="Helvetica Neue"/>
                <a:cs typeface="Helvetica Neue"/>
                <a:sym typeface="Helvetica Neue"/>
              </a:rPr>
              <a:t>Pure RONI Blocks (Blue blocks): Apply Aggressive Lossy Compression</a:t>
            </a:r>
            <a:endParaRPr sz="8253">
              <a:latin typeface="Helvetica Neue"/>
              <a:ea typeface="Helvetica Neue"/>
              <a:cs typeface="Helvetica Neue"/>
              <a:sym typeface="Helvetica Neue"/>
            </a:endParaRPr>
          </a:p>
          <a:p>
            <a:pPr indent="0" lvl="0" marL="0" rtl="0" algn="l">
              <a:spcBef>
                <a:spcPts val="0"/>
              </a:spcBef>
              <a:spcAft>
                <a:spcPts val="0"/>
              </a:spcAft>
              <a:buNone/>
            </a:pPr>
            <a:r>
              <a:t/>
            </a:r>
            <a:endParaRPr sz="8253">
              <a:latin typeface="Helvetica Neue"/>
              <a:ea typeface="Helvetica Neue"/>
              <a:cs typeface="Helvetica Neue"/>
              <a:sym typeface="Helvetica Neue"/>
            </a:endParaRPr>
          </a:p>
          <a:p>
            <a:pPr indent="-359629" lvl="0" marL="457200" rtl="0" algn="l">
              <a:spcBef>
                <a:spcPts val="0"/>
              </a:spcBef>
              <a:spcAft>
                <a:spcPts val="0"/>
              </a:spcAft>
              <a:buSzPct val="100000"/>
              <a:buFont typeface="Helvetica Neue"/>
              <a:buAutoNum type="arabicPeriod"/>
            </a:pPr>
            <a:r>
              <a:rPr lang="en-US" sz="8253">
                <a:latin typeface="Helvetica Neue"/>
                <a:ea typeface="Helvetica Neue"/>
                <a:cs typeface="Helvetica Neue"/>
                <a:sym typeface="Helvetica Neue"/>
              </a:rPr>
              <a:t>Mixed/Boundary Blocks (Red block): Apply Wavelet-like Enhancement</a:t>
            </a:r>
            <a:endParaRPr sz="8253">
              <a:latin typeface="Helvetica Neue"/>
              <a:ea typeface="Helvetica Neue"/>
              <a:cs typeface="Helvetica Neue"/>
              <a:sym typeface="Helvetica Neue"/>
            </a:endParaRPr>
          </a:p>
          <a:p>
            <a:pPr indent="0" lvl="0" marL="457200" rtl="0" algn="l">
              <a:spcBef>
                <a:spcPts val="0"/>
              </a:spcBef>
              <a:spcAft>
                <a:spcPts val="0"/>
              </a:spcAft>
              <a:buNone/>
            </a:pPr>
            <a:r>
              <a:t/>
            </a:r>
            <a:endParaRPr b="1" sz="6153">
              <a:latin typeface="Arial"/>
              <a:ea typeface="Arial"/>
              <a:cs typeface="Arial"/>
              <a:sym typeface="Arial"/>
            </a:endParaRPr>
          </a:p>
          <a:p>
            <a:pPr indent="0" lvl="0" marL="457200" rtl="0" algn="l">
              <a:lnSpc>
                <a:spcPct val="90000"/>
              </a:lnSpc>
              <a:spcBef>
                <a:spcPts val="0"/>
              </a:spcBef>
              <a:spcAft>
                <a:spcPts val="0"/>
              </a:spcAft>
              <a:buNone/>
            </a:pPr>
            <a:r>
              <a:t/>
            </a:r>
            <a:endParaRPr sz="4000">
              <a:latin typeface="Arial"/>
              <a:ea typeface="Arial"/>
              <a:cs typeface="Arial"/>
              <a:sym typeface="Arial"/>
            </a:endParaRPr>
          </a:p>
          <a:p>
            <a:pPr indent="0" lvl="0" marL="457200" rtl="0" algn="l">
              <a:lnSpc>
                <a:spcPct val="90000"/>
              </a:lnSpc>
              <a:spcBef>
                <a:spcPts val="0"/>
              </a:spcBef>
              <a:spcAft>
                <a:spcPts val="0"/>
              </a:spcAft>
              <a:buNone/>
            </a:pPr>
            <a:r>
              <a:t/>
            </a:r>
            <a:endParaRPr sz="4000">
              <a:latin typeface="Arial"/>
              <a:ea typeface="Arial"/>
              <a:cs typeface="Arial"/>
              <a:sym typeface="Arial"/>
            </a:endParaRPr>
          </a:p>
          <a:p>
            <a:pPr indent="0" lvl="0" marL="0" rtl="0" algn="l">
              <a:lnSpc>
                <a:spcPct val="90000"/>
              </a:lnSpc>
              <a:spcBef>
                <a:spcPts val="0"/>
              </a:spcBef>
              <a:spcAft>
                <a:spcPts val="0"/>
              </a:spcAft>
              <a:buNone/>
            </a:pPr>
            <a:r>
              <a:t/>
            </a:r>
            <a:endParaRPr sz="4000">
              <a:latin typeface="Arial"/>
              <a:ea typeface="Arial"/>
              <a:cs typeface="Arial"/>
              <a:sym typeface="Arial"/>
            </a:endParaRPr>
          </a:p>
          <a:p>
            <a:pPr indent="0" lvl="0" marL="457200" rtl="0" algn="l">
              <a:lnSpc>
                <a:spcPct val="90000"/>
              </a:lnSpc>
              <a:spcBef>
                <a:spcPts val="0"/>
              </a:spcBef>
              <a:spcAft>
                <a:spcPts val="0"/>
              </a:spcAft>
              <a:buNone/>
            </a:pPr>
            <a:r>
              <a:t/>
            </a:r>
            <a:endParaRPr b="1" sz="4400"/>
          </a:p>
          <a:p>
            <a:pPr indent="0" lvl="0" marL="457200" rtl="0" algn="l">
              <a:lnSpc>
                <a:spcPct val="90000"/>
              </a:lnSpc>
              <a:spcBef>
                <a:spcPts val="0"/>
              </a:spcBef>
              <a:spcAft>
                <a:spcPts val="0"/>
              </a:spcAft>
              <a:buNone/>
            </a:pPr>
            <a:r>
              <a:t/>
            </a:r>
            <a:endParaRPr b="1"/>
          </a:p>
          <a:p>
            <a:pPr indent="0" lvl="0" marL="0" rtl="0" algn="l">
              <a:lnSpc>
                <a:spcPct val="90000"/>
              </a:lnSpc>
              <a:spcBef>
                <a:spcPts val="0"/>
              </a:spcBef>
              <a:spcAft>
                <a:spcPts val="0"/>
              </a:spcAft>
              <a:buNone/>
            </a:pPr>
            <a:r>
              <a:t/>
            </a:r>
            <a:endParaRPr b="1"/>
          </a:p>
          <a:p>
            <a:pPr indent="0" lvl="0" marL="457200" rtl="0" algn="l">
              <a:lnSpc>
                <a:spcPct val="90000"/>
              </a:lnSpc>
              <a:spcBef>
                <a:spcPts val="0"/>
              </a:spcBef>
              <a:spcAft>
                <a:spcPts val="0"/>
              </a:spcAft>
              <a:buNone/>
            </a:pPr>
            <a:r>
              <a:t/>
            </a:r>
            <a:endParaRPr b="1"/>
          </a:p>
          <a:p>
            <a:pPr indent="-76200" lvl="0" marL="228600" rtl="0" algn="l">
              <a:lnSpc>
                <a:spcPct val="90000"/>
              </a:lnSpc>
              <a:spcBef>
                <a:spcPts val="1000"/>
              </a:spcBef>
              <a:spcAft>
                <a:spcPts val="0"/>
              </a:spcAft>
              <a:buClr>
                <a:schemeClr val="dk1"/>
              </a:buClr>
              <a:buSzPct val="100000"/>
              <a:buFont typeface="Helvetica Neue Light"/>
              <a:buNone/>
            </a:pPr>
            <a:r>
              <a:t/>
            </a:r>
            <a:endParaRPr/>
          </a:p>
          <a:p>
            <a:pPr indent="-76200" lvl="0" marL="228600" rtl="0" algn="l">
              <a:lnSpc>
                <a:spcPct val="90000"/>
              </a:lnSpc>
              <a:spcBef>
                <a:spcPts val="1000"/>
              </a:spcBef>
              <a:spcAft>
                <a:spcPts val="0"/>
              </a:spcAft>
              <a:buClr>
                <a:schemeClr val="dk1"/>
              </a:buClr>
              <a:buSzPct val="100000"/>
              <a:buFont typeface="Helvetica Neue Light"/>
              <a:buNone/>
            </a:pPr>
            <a:r>
              <a:t/>
            </a:r>
            <a:endParaRPr/>
          </a:p>
        </p:txBody>
      </p:sp>
      <p:sp>
        <p:nvSpPr>
          <p:cNvPr id="135" name="Google Shape;135;g38bce4e0e8b_3_14"/>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b="1" lang="en-US"/>
              <a:t>|</a:t>
            </a:r>
            <a:r>
              <a:rPr lang="en-US"/>
              <a:t>  </a:t>
            </a:r>
            <a:fld id="{00000000-1234-1234-1234-123412341234}" type="slidenum">
              <a:rPr lang="en-US"/>
              <a:t>‹#›</a:t>
            </a:fld>
            <a:endParaRPr/>
          </a:p>
        </p:txBody>
      </p:sp>
      <p:sp>
        <p:nvSpPr>
          <p:cNvPr id="136" name="Google Shape;136;g38bce4e0e8b_3_14"/>
          <p:cNvSpPr txBox="1"/>
          <p:nvPr>
            <p:ph idx="10" type="dt"/>
          </p:nvPr>
        </p:nvSpPr>
        <p:spPr>
          <a:xfrm>
            <a:off x="7924800" y="6284674"/>
            <a:ext cx="2877900" cy="377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01/07/19</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38bce4e0e8b_3_21"/>
          <p:cNvSpPr txBox="1"/>
          <p:nvPr>
            <p:ph type="title"/>
          </p:nvPr>
        </p:nvSpPr>
        <p:spPr>
          <a:xfrm>
            <a:off x="587378" y="-644650"/>
            <a:ext cx="10515600" cy="1325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Helvetica Neue"/>
              <a:buNone/>
            </a:pPr>
            <a:r>
              <a:rPr lang="en-US"/>
              <a:t>RESULTS</a:t>
            </a:r>
            <a:endParaRPr/>
          </a:p>
        </p:txBody>
      </p:sp>
      <p:sp>
        <p:nvSpPr>
          <p:cNvPr id="142" name="Google Shape;142;g38bce4e0e8b_3_21"/>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b="1" lang="en-US"/>
              <a:t>|</a:t>
            </a:r>
            <a:r>
              <a:rPr lang="en-US"/>
              <a:t>  </a:t>
            </a:r>
            <a:fld id="{00000000-1234-1234-1234-123412341234}" type="slidenum">
              <a:rPr lang="en-US"/>
              <a:t>‹#›</a:t>
            </a:fld>
            <a:endParaRPr/>
          </a:p>
        </p:txBody>
      </p:sp>
      <p:sp>
        <p:nvSpPr>
          <p:cNvPr id="143" name="Google Shape;143;g38bce4e0e8b_3_21"/>
          <p:cNvSpPr txBox="1"/>
          <p:nvPr>
            <p:ph idx="10" type="dt"/>
          </p:nvPr>
        </p:nvSpPr>
        <p:spPr>
          <a:xfrm>
            <a:off x="7924800" y="6284674"/>
            <a:ext cx="2877900" cy="377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01/07/19</a:t>
            </a:r>
            <a:endParaRPr/>
          </a:p>
        </p:txBody>
      </p:sp>
      <p:pic>
        <p:nvPicPr>
          <p:cNvPr id="144" name="Google Shape;144;g38bce4e0e8b_3_21"/>
          <p:cNvPicPr preferRelativeResize="0"/>
          <p:nvPr/>
        </p:nvPicPr>
        <p:blipFill>
          <a:blip r:embed="rId3">
            <a:alphaModFix/>
          </a:blip>
          <a:stretch>
            <a:fillRect/>
          </a:stretch>
        </p:blipFill>
        <p:spPr>
          <a:xfrm>
            <a:off x="519500" y="944400"/>
            <a:ext cx="11086050" cy="4377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8bce4e0e8b_3_35"/>
          <p:cNvSpPr txBox="1"/>
          <p:nvPr>
            <p:ph type="title"/>
          </p:nvPr>
        </p:nvSpPr>
        <p:spPr>
          <a:xfrm>
            <a:off x="594303" y="115900"/>
            <a:ext cx="10515600" cy="1325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Helvetica Neue"/>
              <a:buNone/>
            </a:pPr>
            <a:r>
              <a:rPr lang="en-US"/>
              <a:t>CONCLUSIONS</a:t>
            </a:r>
            <a:endParaRPr/>
          </a:p>
        </p:txBody>
      </p:sp>
      <p:sp>
        <p:nvSpPr>
          <p:cNvPr id="150" name="Google Shape;150;g38bce4e0e8b_3_35"/>
          <p:cNvSpPr txBox="1"/>
          <p:nvPr>
            <p:ph idx="1" type="body"/>
          </p:nvPr>
        </p:nvSpPr>
        <p:spPr>
          <a:xfrm>
            <a:off x="594300" y="1917225"/>
            <a:ext cx="10515600" cy="42939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b="1"/>
          </a:p>
          <a:p>
            <a:pPr indent="0" lvl="0" marL="457200" rtl="0" algn="l">
              <a:spcBef>
                <a:spcPts val="0"/>
              </a:spcBef>
              <a:spcAft>
                <a:spcPts val="0"/>
              </a:spcAft>
              <a:buNone/>
            </a:pPr>
            <a:r>
              <a:rPr b="1" lang="en-US"/>
              <a:t>The project achieves efficient image compression using the ROI-based approach with wavelet transform. The image is divided into rectangular blocks — Pure ROI blocks are enhanced, Pure Non-ROI blocks are blurred, and Mixed blocks are processed using inverse wavelet transform for ROI parts and wavelet transform for Non-ROI parts — ensuring high quality in important regions with effective compression overall.</a:t>
            </a:r>
            <a:endParaRPr b="1"/>
          </a:p>
          <a:p>
            <a:pPr indent="0" lvl="0" marL="0" rtl="0" algn="l">
              <a:lnSpc>
                <a:spcPct val="90000"/>
              </a:lnSpc>
              <a:spcBef>
                <a:spcPts val="0"/>
              </a:spcBef>
              <a:spcAft>
                <a:spcPts val="0"/>
              </a:spcAft>
              <a:buNone/>
            </a:pPr>
            <a:r>
              <a:t/>
            </a:r>
            <a:endParaRPr b="1"/>
          </a:p>
          <a:p>
            <a:pPr indent="-76200" lvl="0" marL="228600" rtl="0" algn="l">
              <a:lnSpc>
                <a:spcPct val="90000"/>
              </a:lnSpc>
              <a:spcBef>
                <a:spcPts val="1000"/>
              </a:spcBef>
              <a:spcAft>
                <a:spcPts val="0"/>
              </a:spcAft>
              <a:buClr>
                <a:schemeClr val="dk1"/>
              </a:buClr>
              <a:buSzPts val="2400"/>
              <a:buFont typeface="Helvetica Neue Light"/>
              <a:buNone/>
            </a:pPr>
            <a:r>
              <a:t/>
            </a:r>
            <a:endParaRPr/>
          </a:p>
          <a:p>
            <a:pPr indent="-76200" lvl="0" marL="228600" rtl="0" algn="l">
              <a:lnSpc>
                <a:spcPct val="90000"/>
              </a:lnSpc>
              <a:spcBef>
                <a:spcPts val="1000"/>
              </a:spcBef>
              <a:spcAft>
                <a:spcPts val="0"/>
              </a:spcAft>
              <a:buClr>
                <a:schemeClr val="dk1"/>
              </a:buClr>
              <a:buSzPts val="2400"/>
              <a:buFont typeface="Helvetica Neue Light"/>
              <a:buNone/>
            </a:pPr>
            <a:r>
              <a:t/>
            </a:r>
            <a:endParaRPr/>
          </a:p>
        </p:txBody>
      </p:sp>
      <p:sp>
        <p:nvSpPr>
          <p:cNvPr id="151" name="Google Shape;151;g38bce4e0e8b_3_35"/>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b="1" lang="en-US"/>
              <a:t>|</a:t>
            </a:r>
            <a:r>
              <a:rPr lang="en-US"/>
              <a:t>  </a:t>
            </a:r>
            <a:fld id="{00000000-1234-1234-1234-123412341234}" type="slidenum">
              <a:rPr lang="en-US"/>
              <a:t>‹#›</a:t>
            </a:fld>
            <a:endParaRPr/>
          </a:p>
        </p:txBody>
      </p:sp>
      <p:sp>
        <p:nvSpPr>
          <p:cNvPr id="152" name="Google Shape;152;g38bce4e0e8b_3_35"/>
          <p:cNvSpPr txBox="1"/>
          <p:nvPr>
            <p:ph idx="10" type="dt"/>
          </p:nvPr>
        </p:nvSpPr>
        <p:spPr>
          <a:xfrm>
            <a:off x="7924800" y="6284674"/>
            <a:ext cx="2877900" cy="377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01/07/19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8bce4e0e8b_3_42"/>
          <p:cNvSpPr txBox="1"/>
          <p:nvPr>
            <p:ph type="title"/>
          </p:nvPr>
        </p:nvSpPr>
        <p:spPr>
          <a:xfrm>
            <a:off x="594303" y="266700"/>
            <a:ext cx="10515600" cy="1325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Helvetica Neue"/>
              <a:buNone/>
            </a:pPr>
            <a:r>
              <a:rPr lang="en-US"/>
              <a:t>NEXT SET OF WORK</a:t>
            </a:r>
            <a:endParaRPr/>
          </a:p>
        </p:txBody>
      </p:sp>
      <p:sp>
        <p:nvSpPr>
          <p:cNvPr id="158" name="Google Shape;158;g38bce4e0e8b_3_42"/>
          <p:cNvSpPr txBox="1"/>
          <p:nvPr>
            <p:ph idx="1" type="body"/>
          </p:nvPr>
        </p:nvSpPr>
        <p:spPr>
          <a:xfrm>
            <a:off x="594302" y="2028450"/>
            <a:ext cx="10515600" cy="4351200"/>
          </a:xfrm>
          <a:prstGeom prst="rect">
            <a:avLst/>
          </a:prstGeom>
          <a:noFill/>
          <a:ln>
            <a:noFill/>
          </a:ln>
        </p:spPr>
        <p:txBody>
          <a:bodyPr anchorCtr="0" anchor="t" bIns="45700" lIns="91425" spcFirstLastPara="1" rIns="91425" wrap="square" tIns="45700">
            <a:normAutofit lnSpcReduction="10000"/>
          </a:bodyPr>
          <a:lstStyle/>
          <a:p>
            <a:pPr indent="-368300" lvl="0" marL="457200" rtl="0" algn="l">
              <a:lnSpc>
                <a:spcPct val="115000"/>
              </a:lnSpc>
              <a:spcBef>
                <a:spcPts val="1200"/>
              </a:spcBef>
              <a:spcAft>
                <a:spcPts val="0"/>
              </a:spcAft>
              <a:buSzPts val="2200"/>
              <a:buFont typeface="Arial"/>
              <a:buChar char="-"/>
            </a:pPr>
            <a:r>
              <a:rPr b="1" lang="en-US" sz="2200">
                <a:latin typeface="Arial"/>
                <a:ea typeface="Arial"/>
                <a:cs typeface="Arial"/>
                <a:sym typeface="Arial"/>
              </a:rPr>
              <a:t>Optimize Quadtree:</a:t>
            </a:r>
            <a:r>
              <a:rPr lang="en-US" sz="2200">
                <a:latin typeface="Arial"/>
                <a:ea typeface="Arial"/>
                <a:cs typeface="Arial"/>
                <a:sym typeface="Arial"/>
              </a:rPr>
              <a:t> adaptive splitting till ROI purity/min size.</a:t>
            </a:r>
            <a:br>
              <a:rPr lang="en-US" sz="2200">
                <a:latin typeface="Arial"/>
                <a:ea typeface="Arial"/>
                <a:cs typeface="Arial"/>
                <a:sym typeface="Arial"/>
              </a:rPr>
            </a:br>
            <a:endParaRPr sz="2200">
              <a:latin typeface="Arial"/>
              <a:ea typeface="Arial"/>
              <a:cs typeface="Arial"/>
              <a:sym typeface="Arial"/>
            </a:endParaRPr>
          </a:p>
          <a:p>
            <a:pPr indent="-368300" lvl="0" marL="457200" rtl="0" algn="l">
              <a:lnSpc>
                <a:spcPct val="115000"/>
              </a:lnSpc>
              <a:spcBef>
                <a:spcPts val="0"/>
              </a:spcBef>
              <a:spcAft>
                <a:spcPts val="0"/>
              </a:spcAft>
              <a:buSzPts val="2200"/>
              <a:buFont typeface="Arial"/>
              <a:buChar char="-"/>
            </a:pPr>
            <a:r>
              <a:rPr b="1" lang="en-US" sz="2200">
                <a:latin typeface="Arial"/>
                <a:ea typeface="Arial"/>
                <a:cs typeface="Arial"/>
                <a:sym typeface="Arial"/>
              </a:rPr>
              <a:t>Segmentation-Guided Partitioning:</a:t>
            </a:r>
            <a:r>
              <a:rPr lang="en-US" sz="2200">
                <a:latin typeface="Arial"/>
                <a:ea typeface="Arial"/>
                <a:cs typeface="Arial"/>
                <a:sym typeface="Arial"/>
              </a:rPr>
              <a:t> use ROI boxes + grid for rest.</a:t>
            </a:r>
            <a:br>
              <a:rPr lang="en-US" sz="2200">
                <a:latin typeface="Arial"/>
                <a:ea typeface="Arial"/>
                <a:cs typeface="Arial"/>
                <a:sym typeface="Arial"/>
              </a:rPr>
            </a:br>
            <a:endParaRPr sz="2200">
              <a:latin typeface="Arial"/>
              <a:ea typeface="Arial"/>
              <a:cs typeface="Arial"/>
              <a:sym typeface="Arial"/>
            </a:endParaRPr>
          </a:p>
          <a:p>
            <a:pPr indent="-368300" lvl="0" marL="457200" rtl="0" algn="l">
              <a:lnSpc>
                <a:spcPct val="115000"/>
              </a:lnSpc>
              <a:spcBef>
                <a:spcPts val="0"/>
              </a:spcBef>
              <a:spcAft>
                <a:spcPts val="0"/>
              </a:spcAft>
              <a:buSzPts val="2200"/>
              <a:buFont typeface="Arial"/>
              <a:buChar char="-"/>
            </a:pPr>
            <a:r>
              <a:rPr b="1" lang="en-US" sz="2200">
                <a:latin typeface="Arial"/>
                <a:ea typeface="Arial"/>
                <a:cs typeface="Arial"/>
                <a:sym typeface="Arial"/>
              </a:rPr>
              <a:t>Hybrid Evaluation:</a:t>
            </a:r>
            <a:r>
              <a:rPr lang="en-US" sz="2200">
                <a:latin typeface="Arial"/>
                <a:ea typeface="Arial"/>
                <a:cs typeface="Arial"/>
                <a:sym typeface="Arial"/>
              </a:rPr>
              <a:t> compare both methods (mixed blocks, time, quality).</a:t>
            </a:r>
            <a:br>
              <a:rPr lang="en-US" sz="2200">
                <a:latin typeface="Arial"/>
                <a:ea typeface="Arial"/>
                <a:cs typeface="Arial"/>
                <a:sym typeface="Arial"/>
              </a:rPr>
            </a:br>
            <a:endParaRPr sz="2200">
              <a:latin typeface="Arial"/>
              <a:ea typeface="Arial"/>
              <a:cs typeface="Arial"/>
              <a:sym typeface="Arial"/>
            </a:endParaRPr>
          </a:p>
          <a:p>
            <a:pPr indent="-368300" lvl="0" marL="457200" rtl="0" algn="l">
              <a:lnSpc>
                <a:spcPct val="115000"/>
              </a:lnSpc>
              <a:spcBef>
                <a:spcPts val="0"/>
              </a:spcBef>
              <a:spcAft>
                <a:spcPts val="0"/>
              </a:spcAft>
              <a:buSzPts val="2200"/>
              <a:buFont typeface="Arial"/>
              <a:buChar char="-"/>
            </a:pPr>
            <a:r>
              <a:rPr b="1" lang="en-US" sz="2200">
                <a:latin typeface="Arial"/>
                <a:ea typeface="Arial"/>
                <a:cs typeface="Arial"/>
                <a:sym typeface="Arial"/>
              </a:rPr>
              <a:t>Adaptive Threshold:</a:t>
            </a:r>
            <a:r>
              <a:rPr lang="en-US" sz="2200">
                <a:latin typeface="Arial"/>
                <a:ea typeface="Arial"/>
                <a:cs typeface="Arial"/>
                <a:sym typeface="Arial"/>
              </a:rPr>
              <a:t> tune based on scene complexity.</a:t>
            </a:r>
            <a:br>
              <a:rPr lang="en-US" sz="2200">
                <a:latin typeface="Arial"/>
                <a:ea typeface="Arial"/>
                <a:cs typeface="Arial"/>
                <a:sym typeface="Arial"/>
              </a:rPr>
            </a:br>
            <a:endParaRPr sz="2200">
              <a:latin typeface="Arial"/>
              <a:ea typeface="Arial"/>
              <a:cs typeface="Arial"/>
              <a:sym typeface="Arial"/>
            </a:endParaRPr>
          </a:p>
          <a:p>
            <a:pPr indent="-381000" lvl="0" marL="457200" rtl="0" algn="l">
              <a:lnSpc>
                <a:spcPct val="115000"/>
              </a:lnSpc>
              <a:spcBef>
                <a:spcPts val="0"/>
              </a:spcBef>
              <a:spcAft>
                <a:spcPts val="0"/>
              </a:spcAft>
              <a:buSzPts val="2400"/>
              <a:buFont typeface="Arial"/>
              <a:buChar char="-"/>
            </a:pPr>
            <a:r>
              <a:rPr b="1" lang="en-US" sz="2200">
                <a:latin typeface="Arial"/>
                <a:ea typeface="Arial"/>
                <a:cs typeface="Arial"/>
                <a:sym typeface="Arial"/>
              </a:rPr>
              <a:t>Implementation Plan:</a:t>
            </a:r>
            <a:r>
              <a:rPr lang="en-US" sz="2200">
                <a:latin typeface="Arial"/>
                <a:ea typeface="Arial"/>
                <a:cs typeface="Arial"/>
                <a:sym typeface="Arial"/>
              </a:rPr>
              <a:t> prototype → integrate → evaluate.</a:t>
            </a:r>
            <a:br>
              <a:rPr lang="en-US" sz="1100">
                <a:latin typeface="Arial"/>
                <a:ea typeface="Arial"/>
                <a:cs typeface="Arial"/>
                <a:sym typeface="Arial"/>
              </a:rPr>
            </a:br>
            <a:endParaRPr sz="1100">
              <a:latin typeface="Arial"/>
              <a:ea typeface="Arial"/>
              <a:cs typeface="Arial"/>
              <a:sym typeface="Arial"/>
            </a:endParaRPr>
          </a:p>
          <a:p>
            <a:pPr indent="-76200" lvl="0" marL="228600" rtl="0" algn="l">
              <a:lnSpc>
                <a:spcPct val="90000"/>
              </a:lnSpc>
              <a:spcBef>
                <a:spcPts val="1200"/>
              </a:spcBef>
              <a:spcAft>
                <a:spcPts val="0"/>
              </a:spcAft>
              <a:buClr>
                <a:schemeClr val="dk1"/>
              </a:buClr>
              <a:buSzPts val="2400"/>
              <a:buFont typeface="Helvetica Neue Light"/>
              <a:buNone/>
            </a:pPr>
            <a:r>
              <a:t/>
            </a:r>
            <a:endParaRPr b="1"/>
          </a:p>
          <a:p>
            <a:pPr indent="-76200" lvl="0" marL="228600" rtl="0" algn="l">
              <a:lnSpc>
                <a:spcPct val="90000"/>
              </a:lnSpc>
              <a:spcBef>
                <a:spcPts val="1000"/>
              </a:spcBef>
              <a:spcAft>
                <a:spcPts val="0"/>
              </a:spcAft>
              <a:buClr>
                <a:schemeClr val="dk1"/>
              </a:buClr>
              <a:buSzPts val="2400"/>
              <a:buFont typeface="Helvetica Neue Light"/>
              <a:buNone/>
            </a:pPr>
            <a:r>
              <a:t/>
            </a:r>
            <a:endParaRPr/>
          </a:p>
        </p:txBody>
      </p:sp>
      <p:sp>
        <p:nvSpPr>
          <p:cNvPr id="159" name="Google Shape;159;g38bce4e0e8b_3_42"/>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b="1" lang="en-US"/>
              <a:t>|</a:t>
            </a:r>
            <a:r>
              <a:rPr lang="en-US"/>
              <a:t>  </a:t>
            </a:r>
            <a:fld id="{00000000-1234-1234-1234-123412341234}" type="slidenum">
              <a:rPr lang="en-US"/>
              <a:t>‹#›</a:t>
            </a:fld>
            <a:endParaRPr/>
          </a:p>
        </p:txBody>
      </p:sp>
      <p:sp>
        <p:nvSpPr>
          <p:cNvPr id="160" name="Google Shape;160;g38bce4e0e8b_3_42"/>
          <p:cNvSpPr txBox="1"/>
          <p:nvPr>
            <p:ph idx="10" type="dt"/>
          </p:nvPr>
        </p:nvSpPr>
        <p:spPr>
          <a:xfrm>
            <a:off x="7924800" y="6284674"/>
            <a:ext cx="2877900" cy="377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01/07/19</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38bce4e0e8b_3_49"/>
          <p:cNvSpPr txBox="1"/>
          <p:nvPr>
            <p:ph type="title"/>
          </p:nvPr>
        </p:nvSpPr>
        <p:spPr>
          <a:xfrm>
            <a:off x="594303" y="266700"/>
            <a:ext cx="10515600" cy="1325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Helvetica Neue"/>
              <a:buNone/>
            </a:pPr>
            <a:r>
              <a:rPr lang="en-US"/>
              <a:t>REFERENCES</a:t>
            </a:r>
            <a:endParaRPr/>
          </a:p>
        </p:txBody>
      </p:sp>
      <p:sp>
        <p:nvSpPr>
          <p:cNvPr id="166" name="Google Shape;166;g38bce4e0e8b_3_49"/>
          <p:cNvSpPr txBox="1"/>
          <p:nvPr>
            <p:ph idx="1" type="body"/>
          </p:nvPr>
        </p:nvSpPr>
        <p:spPr>
          <a:xfrm>
            <a:off x="594302" y="1573225"/>
            <a:ext cx="10515600" cy="4351200"/>
          </a:xfrm>
          <a:prstGeom prst="rect">
            <a:avLst/>
          </a:prstGeom>
          <a:noFill/>
          <a:ln>
            <a:noFill/>
          </a:ln>
        </p:spPr>
        <p:txBody>
          <a:bodyPr anchorCtr="0" anchor="t" bIns="45700" lIns="91425" spcFirstLastPara="1" rIns="91425" wrap="square" tIns="45700">
            <a:normAutofit fontScale="25000" lnSpcReduction="20000"/>
          </a:bodyPr>
          <a:lstStyle/>
          <a:p>
            <a:pPr indent="0" lvl="0" marL="457200" rtl="0" algn="l">
              <a:lnSpc>
                <a:spcPct val="150000"/>
              </a:lnSpc>
              <a:spcBef>
                <a:spcPts val="0"/>
              </a:spcBef>
              <a:spcAft>
                <a:spcPts val="0"/>
              </a:spcAft>
              <a:buNone/>
            </a:pPr>
            <a:r>
              <a:t/>
            </a:r>
            <a:endParaRPr b="1" sz="4965"/>
          </a:p>
          <a:p>
            <a:pPr indent="-337710" lvl="0" marL="457200" rtl="0" algn="l">
              <a:lnSpc>
                <a:spcPct val="100000"/>
              </a:lnSpc>
              <a:spcBef>
                <a:spcPts val="0"/>
              </a:spcBef>
              <a:spcAft>
                <a:spcPts val="0"/>
              </a:spcAft>
              <a:buSzPct val="100000"/>
              <a:buFont typeface="Helvetica Neue"/>
              <a:buChar char="-"/>
            </a:pPr>
            <a:r>
              <a:rPr b="1" lang="en-US" sz="6873">
                <a:latin typeface="Helvetica Neue"/>
                <a:ea typeface="Helvetica Neue"/>
                <a:cs typeface="Helvetica Neue"/>
                <a:sym typeface="Helvetica Neue"/>
              </a:rPr>
              <a:t>Ungureanu, V.-I., Negirla, P., &amp; Korodi, A. (2024). *Image-compression techniques: Classical and “region-of-interest-based” approaches presented in recent papers*. *Sensors, 24*(3), 791. [https://doi.org/10.3390/s24030791](https://doi.org/10.3390/s24030791) </a:t>
            </a:r>
            <a:endParaRPr b="1" sz="6873">
              <a:latin typeface="Helvetica Neue"/>
              <a:ea typeface="Helvetica Neue"/>
              <a:cs typeface="Helvetica Neue"/>
              <a:sym typeface="Helvetica Neue"/>
            </a:endParaRPr>
          </a:p>
          <a:p>
            <a:pPr indent="0" lvl="0" marL="0" rtl="0" algn="l">
              <a:lnSpc>
                <a:spcPct val="100000"/>
              </a:lnSpc>
              <a:spcBef>
                <a:spcPts val="0"/>
              </a:spcBef>
              <a:spcAft>
                <a:spcPts val="0"/>
              </a:spcAft>
              <a:buNone/>
            </a:pPr>
            <a:r>
              <a:t/>
            </a:r>
            <a:endParaRPr b="1" sz="6873">
              <a:latin typeface="Helvetica Neue"/>
              <a:ea typeface="Helvetica Neue"/>
              <a:cs typeface="Helvetica Neue"/>
              <a:sym typeface="Helvetica Neue"/>
            </a:endParaRPr>
          </a:p>
          <a:p>
            <a:pPr indent="-337710" lvl="0" marL="457200" rtl="0" algn="l">
              <a:lnSpc>
                <a:spcPct val="100000"/>
              </a:lnSpc>
              <a:spcBef>
                <a:spcPts val="0"/>
              </a:spcBef>
              <a:spcAft>
                <a:spcPts val="0"/>
              </a:spcAft>
              <a:buSzPct val="100000"/>
              <a:buFont typeface="Helvetica Neue"/>
              <a:buChar char="-"/>
            </a:pPr>
            <a:r>
              <a:rPr b="1" lang="en-US" sz="6873">
                <a:latin typeface="Helvetica Neue"/>
                <a:ea typeface="Helvetica Neue"/>
                <a:cs typeface="Helvetica Neue"/>
                <a:sym typeface="Helvetica Neue"/>
              </a:rPr>
              <a:t>Kafashan, M., Hosseini, H., Beygiharchegani, S., Pad, P., &amp; Marvasti, F. (2010, October). </a:t>
            </a:r>
            <a:r>
              <a:rPr b="1" i="1" lang="en-US" sz="6873">
                <a:latin typeface="Helvetica Neue"/>
                <a:ea typeface="Helvetica Neue"/>
                <a:cs typeface="Helvetica Neue"/>
                <a:sym typeface="Helvetica Neue"/>
              </a:rPr>
              <a:t>New rectangular partitioning methods for lossless binary image compression</a:t>
            </a:r>
            <a:r>
              <a:rPr b="1" lang="en-US" sz="6873">
                <a:latin typeface="Helvetica Neue"/>
                <a:ea typeface="Helvetica Neue"/>
                <a:cs typeface="Helvetica Neue"/>
                <a:sym typeface="Helvetica Neue"/>
              </a:rPr>
              <a:t>. In </a:t>
            </a:r>
            <a:r>
              <a:rPr b="1" i="1" lang="en-US" sz="6873">
                <a:latin typeface="Helvetica Neue"/>
                <a:ea typeface="Helvetica Neue"/>
                <a:cs typeface="Helvetica Neue"/>
                <a:sym typeface="Helvetica Neue"/>
              </a:rPr>
              <a:t>2010 IEEE 10th International Conference on Signal Processing (ICSP)</a:t>
            </a:r>
            <a:r>
              <a:rPr b="1" lang="en-US" sz="6873">
                <a:latin typeface="Helvetica Neue"/>
                <a:ea typeface="Helvetica Neue"/>
                <a:cs typeface="Helvetica Neue"/>
                <a:sym typeface="Helvetica Neue"/>
              </a:rPr>
              <a:t>. IEEE. https://doi.org/10.1109/ICOSP.2010.5655736</a:t>
            </a:r>
            <a:endParaRPr b="1" sz="6873">
              <a:latin typeface="Helvetica Neue"/>
              <a:ea typeface="Helvetica Neue"/>
              <a:cs typeface="Helvetica Neue"/>
              <a:sym typeface="Helvetica Neue"/>
            </a:endParaRPr>
          </a:p>
          <a:p>
            <a:pPr indent="0" lvl="0" marL="914400" rtl="0" algn="l">
              <a:lnSpc>
                <a:spcPct val="100000"/>
              </a:lnSpc>
              <a:spcBef>
                <a:spcPts val="0"/>
              </a:spcBef>
              <a:spcAft>
                <a:spcPts val="0"/>
              </a:spcAft>
              <a:buNone/>
            </a:pPr>
            <a:r>
              <a:t/>
            </a:r>
            <a:endParaRPr b="1" sz="6873">
              <a:latin typeface="Helvetica Neue"/>
              <a:ea typeface="Helvetica Neue"/>
              <a:cs typeface="Helvetica Neue"/>
              <a:sym typeface="Helvetica Neue"/>
            </a:endParaRPr>
          </a:p>
          <a:p>
            <a:pPr indent="-337710" lvl="0" marL="457200" rtl="0" algn="l">
              <a:lnSpc>
                <a:spcPct val="100000"/>
              </a:lnSpc>
              <a:spcBef>
                <a:spcPts val="0"/>
              </a:spcBef>
              <a:spcAft>
                <a:spcPts val="0"/>
              </a:spcAft>
              <a:buSzPct val="100000"/>
              <a:buFont typeface="Helvetica Neue"/>
              <a:buChar char="-"/>
            </a:pPr>
            <a:r>
              <a:rPr b="1" lang="en-US" sz="6873">
                <a:latin typeface="Helvetica Neue"/>
                <a:ea typeface="Helvetica Neue"/>
                <a:cs typeface="Helvetica Neue"/>
                <a:sym typeface="Helvetica Neue"/>
              </a:rPr>
              <a:t>Bairagi, V., &amp; Sapkal, A. M. (2013). ROI-based DICOM image compression for telemedicine. Indian Academy of Sciences, 38(1), 123–131. </a:t>
            </a:r>
            <a:r>
              <a:rPr b="1" lang="en-US" sz="6873" u="sng">
                <a:solidFill>
                  <a:schemeClr val="hlink"/>
                </a:solidFill>
                <a:latin typeface="Helvetica Neue"/>
                <a:ea typeface="Helvetica Neue"/>
                <a:cs typeface="Helvetica Neue"/>
                <a:sym typeface="Helvetica Neue"/>
                <a:hlinkClick r:id="rId3"/>
              </a:rPr>
              <a:t>https://www.ias.ac.in/public/Volumes/sadh/038/01/0123-0131.pdf</a:t>
            </a:r>
            <a:endParaRPr b="1" sz="6873">
              <a:latin typeface="Helvetica Neue"/>
              <a:ea typeface="Helvetica Neue"/>
              <a:cs typeface="Helvetica Neue"/>
              <a:sym typeface="Helvetica Neue"/>
            </a:endParaRPr>
          </a:p>
          <a:p>
            <a:pPr indent="0" lvl="0" marL="914400" rtl="0" algn="l">
              <a:lnSpc>
                <a:spcPct val="100000"/>
              </a:lnSpc>
              <a:spcBef>
                <a:spcPts val="0"/>
              </a:spcBef>
              <a:spcAft>
                <a:spcPts val="0"/>
              </a:spcAft>
              <a:buNone/>
            </a:pPr>
            <a:r>
              <a:t/>
            </a:r>
            <a:endParaRPr b="1" sz="6873">
              <a:latin typeface="Helvetica Neue"/>
              <a:ea typeface="Helvetica Neue"/>
              <a:cs typeface="Helvetica Neue"/>
              <a:sym typeface="Helvetica Neue"/>
            </a:endParaRPr>
          </a:p>
          <a:p>
            <a:pPr indent="0" lvl="0" marL="914400" rtl="0" algn="l">
              <a:lnSpc>
                <a:spcPct val="100000"/>
              </a:lnSpc>
              <a:spcBef>
                <a:spcPts val="0"/>
              </a:spcBef>
              <a:spcAft>
                <a:spcPts val="0"/>
              </a:spcAft>
              <a:buNone/>
            </a:pPr>
            <a:r>
              <a:t/>
            </a:r>
            <a:endParaRPr b="1" sz="6873">
              <a:latin typeface="Helvetica Neue"/>
              <a:ea typeface="Helvetica Neue"/>
              <a:cs typeface="Helvetica Neue"/>
              <a:sym typeface="Helvetica Neue"/>
            </a:endParaRPr>
          </a:p>
          <a:p>
            <a:pPr indent="-337710" lvl="0" marL="457200" rtl="0" algn="l">
              <a:lnSpc>
                <a:spcPct val="100000"/>
              </a:lnSpc>
              <a:spcBef>
                <a:spcPts val="0"/>
              </a:spcBef>
              <a:spcAft>
                <a:spcPts val="0"/>
              </a:spcAft>
              <a:buSzPct val="100000"/>
              <a:buFont typeface="Helvetica Neue"/>
              <a:buChar char="-"/>
            </a:pPr>
            <a:r>
              <a:rPr b="1" lang="en-US" sz="6873">
                <a:latin typeface="Helvetica Neue"/>
                <a:ea typeface="Helvetica Neue"/>
                <a:cs typeface="Helvetica Neue"/>
                <a:sym typeface="Helvetica Neue"/>
              </a:rPr>
              <a:t>Dataset-https://www.kaggle.com/navoneel/brain-mri-images-for-brain-tumor-detection</a:t>
            </a:r>
            <a:endParaRPr b="1" sz="6873">
              <a:latin typeface="Helvetica Neue"/>
              <a:ea typeface="Helvetica Neue"/>
              <a:cs typeface="Helvetica Neue"/>
              <a:sym typeface="Helvetica Neue"/>
            </a:endParaRPr>
          </a:p>
          <a:p>
            <a:pPr indent="0" lvl="0" marL="0" rtl="0" algn="l">
              <a:lnSpc>
                <a:spcPct val="100000"/>
              </a:lnSpc>
              <a:spcBef>
                <a:spcPts val="0"/>
              </a:spcBef>
              <a:spcAft>
                <a:spcPts val="0"/>
              </a:spcAft>
              <a:buNone/>
            </a:pPr>
            <a:r>
              <a:t/>
            </a:r>
            <a:endParaRPr b="1" sz="6873">
              <a:latin typeface="Helvetica Neue"/>
              <a:ea typeface="Helvetica Neue"/>
              <a:cs typeface="Helvetica Neue"/>
              <a:sym typeface="Helvetica Neue"/>
            </a:endParaRPr>
          </a:p>
          <a:p>
            <a:pPr indent="-337710" lvl="0" marL="457200" rtl="0" algn="l">
              <a:lnSpc>
                <a:spcPct val="100000"/>
              </a:lnSpc>
              <a:spcBef>
                <a:spcPts val="0"/>
              </a:spcBef>
              <a:spcAft>
                <a:spcPts val="0"/>
              </a:spcAft>
              <a:buSzPct val="100000"/>
              <a:buFont typeface="Helvetica Neue"/>
              <a:buChar char="-"/>
            </a:pPr>
            <a:r>
              <a:rPr b="1" lang="en-US" sz="6873">
                <a:latin typeface="Helvetica Neue"/>
                <a:ea typeface="Helvetica Neue"/>
                <a:cs typeface="Helvetica Neue"/>
                <a:sym typeface="Helvetica Neue"/>
              </a:rPr>
              <a:t>Kiran, R., &amp; Kamargaonkar, C. (2016, March). Region based medical image compression using block-based PCA. In 2016 International Conference on Computation of Power, Energy, Information and Communication (ICCPEIC). IEEE. </a:t>
            </a:r>
            <a:r>
              <a:rPr b="1" lang="en-US" sz="6873" u="sng">
                <a:solidFill>
                  <a:schemeClr val="hlink"/>
                </a:solidFill>
                <a:latin typeface="Helvetica Neue"/>
                <a:ea typeface="Helvetica Neue"/>
                <a:cs typeface="Helvetica Neue"/>
                <a:sym typeface="Helvetica Neue"/>
                <a:hlinkClick r:id="rId4"/>
              </a:rPr>
              <a:t>https://doi.org/10.1109/ICCPEIC.2016.7557289</a:t>
            </a:r>
            <a:r>
              <a:rPr b="1" lang="en-US" sz="6873">
                <a:latin typeface="Helvetica Neue"/>
                <a:ea typeface="Helvetica Neue"/>
                <a:cs typeface="Helvetica Neue"/>
                <a:sym typeface="Helvetica Neue"/>
              </a:rPr>
              <a:t> </a:t>
            </a:r>
            <a:endParaRPr b="1" sz="6873">
              <a:latin typeface="Helvetica Neue"/>
              <a:ea typeface="Helvetica Neue"/>
              <a:cs typeface="Helvetica Neue"/>
              <a:sym typeface="Helvetica Neue"/>
            </a:endParaRPr>
          </a:p>
          <a:p>
            <a:pPr indent="0" lvl="0" marL="0" rtl="0" algn="l">
              <a:lnSpc>
                <a:spcPct val="100000"/>
              </a:lnSpc>
              <a:spcBef>
                <a:spcPts val="0"/>
              </a:spcBef>
              <a:spcAft>
                <a:spcPts val="0"/>
              </a:spcAft>
              <a:buNone/>
            </a:pPr>
            <a:r>
              <a:t/>
            </a:r>
            <a:endParaRPr b="1" sz="4007"/>
          </a:p>
          <a:p>
            <a:pPr indent="0" lvl="0" marL="914400" rtl="0" algn="l">
              <a:spcBef>
                <a:spcPts val="0"/>
              </a:spcBef>
              <a:spcAft>
                <a:spcPts val="0"/>
              </a:spcAft>
              <a:buNone/>
            </a:pPr>
            <a:r>
              <a:t/>
            </a:r>
            <a:endParaRPr sz="1600">
              <a:latin typeface="Helvetica Neue"/>
              <a:ea typeface="Helvetica Neue"/>
              <a:cs typeface="Helvetica Neue"/>
              <a:sym typeface="Helvetica Neue"/>
            </a:endParaRPr>
          </a:p>
          <a:p>
            <a:pPr indent="0" lvl="0" marL="0" rtl="0" algn="l">
              <a:lnSpc>
                <a:spcPct val="90000"/>
              </a:lnSpc>
              <a:spcBef>
                <a:spcPts val="1000"/>
              </a:spcBef>
              <a:spcAft>
                <a:spcPts val="0"/>
              </a:spcAft>
              <a:buClr>
                <a:schemeClr val="dk1"/>
              </a:buClr>
              <a:buSzPct val="100000"/>
              <a:buFont typeface="Helvetica Neue Light"/>
              <a:buNone/>
            </a:pPr>
            <a:r>
              <a:t/>
            </a:r>
            <a:endParaRPr/>
          </a:p>
          <a:p>
            <a:pPr indent="-76200" lvl="0" marL="228600" rtl="0" algn="l">
              <a:lnSpc>
                <a:spcPct val="90000"/>
              </a:lnSpc>
              <a:spcBef>
                <a:spcPts val="1000"/>
              </a:spcBef>
              <a:spcAft>
                <a:spcPts val="0"/>
              </a:spcAft>
              <a:buClr>
                <a:schemeClr val="dk1"/>
              </a:buClr>
              <a:buSzPct val="100000"/>
              <a:buFont typeface="Helvetica Neue Light"/>
              <a:buNone/>
            </a:pPr>
            <a:r>
              <a:t/>
            </a:r>
            <a:endParaRPr/>
          </a:p>
        </p:txBody>
      </p:sp>
      <p:sp>
        <p:nvSpPr>
          <p:cNvPr id="167" name="Google Shape;167;g38bce4e0e8b_3_49"/>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b="1" lang="en-US"/>
              <a:t>|</a:t>
            </a:r>
            <a:r>
              <a:rPr lang="en-US"/>
              <a:t>  </a:t>
            </a:r>
            <a:fld id="{00000000-1234-1234-1234-123412341234}" type="slidenum">
              <a:rPr lang="en-US"/>
              <a:t>‹#›</a:t>
            </a:fld>
            <a:endParaRPr/>
          </a:p>
        </p:txBody>
      </p:sp>
      <p:sp>
        <p:nvSpPr>
          <p:cNvPr id="168" name="Google Shape;168;g38bce4e0e8b_3_49"/>
          <p:cNvSpPr txBox="1"/>
          <p:nvPr>
            <p:ph idx="10" type="dt"/>
          </p:nvPr>
        </p:nvSpPr>
        <p:spPr>
          <a:xfrm>
            <a:off x="7924800" y="6284674"/>
            <a:ext cx="2877900" cy="377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01/07/19</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Ahmedabad University ">
      <a:dk1>
        <a:srgbClr val="000000"/>
      </a:dk1>
      <a:lt1>
        <a:srgbClr val="FFFFFF"/>
      </a:lt1>
      <a:dk2>
        <a:srgbClr val="7D1916"/>
      </a:dk2>
      <a:lt2>
        <a:srgbClr val="F2F1EE"/>
      </a:lt2>
      <a:accent1>
        <a:srgbClr val="894C00"/>
      </a:accent1>
      <a:accent2>
        <a:srgbClr val="7F4700"/>
      </a:accent2>
      <a:accent3>
        <a:srgbClr val="A5A5A5"/>
      </a:accent3>
      <a:accent4>
        <a:srgbClr val="BC933E"/>
      </a:accent4>
      <a:accent5>
        <a:srgbClr val="000000"/>
      </a:accent5>
      <a:accent6>
        <a:srgbClr val="FEFFFF"/>
      </a:accent6>
      <a:hlink>
        <a:srgbClr val="000000"/>
      </a:hlink>
      <a:folHlink>
        <a:srgbClr val="FE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